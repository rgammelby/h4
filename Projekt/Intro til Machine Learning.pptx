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3"/>
  </p:notesMasterIdLst>
  <p:sldIdLst>
    <p:sldId id="256" r:id="rId2"/>
    <p:sldId id="298" r:id="rId3"/>
    <p:sldId id="257" r:id="rId4"/>
    <p:sldId id="258" r:id="rId5"/>
    <p:sldId id="259" r:id="rId6"/>
    <p:sldId id="260" r:id="rId7"/>
    <p:sldId id="269" r:id="rId8"/>
    <p:sldId id="296" r:id="rId9"/>
    <p:sldId id="262" r:id="rId10"/>
    <p:sldId id="290" r:id="rId11"/>
    <p:sldId id="263" r:id="rId12"/>
    <p:sldId id="264" r:id="rId13"/>
    <p:sldId id="265" r:id="rId14"/>
    <p:sldId id="266" r:id="rId15"/>
    <p:sldId id="292" r:id="rId16"/>
    <p:sldId id="267" r:id="rId17"/>
    <p:sldId id="268" r:id="rId18"/>
    <p:sldId id="270" r:id="rId19"/>
    <p:sldId id="271" r:id="rId20"/>
    <p:sldId id="293" r:id="rId21"/>
    <p:sldId id="294" r:id="rId22"/>
    <p:sldId id="261" r:id="rId23"/>
    <p:sldId id="283" r:id="rId24"/>
    <p:sldId id="272" r:id="rId25"/>
    <p:sldId id="274" r:id="rId26"/>
    <p:sldId id="276" r:id="rId27"/>
    <p:sldId id="275" r:id="rId28"/>
    <p:sldId id="277" r:id="rId29"/>
    <p:sldId id="278" r:id="rId30"/>
    <p:sldId id="279" r:id="rId31"/>
    <p:sldId id="280" r:id="rId32"/>
    <p:sldId id="299" r:id="rId33"/>
    <p:sldId id="281" r:id="rId34"/>
    <p:sldId id="282" r:id="rId35"/>
    <p:sldId id="284" r:id="rId36"/>
    <p:sldId id="285" r:id="rId37"/>
    <p:sldId id="286" r:id="rId38"/>
    <p:sldId id="287" r:id="rId39"/>
    <p:sldId id="288" r:id="rId40"/>
    <p:sldId id="297" r:id="rId41"/>
    <p:sldId id="289" r:id="rId42"/>
    <p:sldId id="295" r:id="rId43"/>
    <p:sldId id="303" r:id="rId44"/>
    <p:sldId id="300" r:id="rId45"/>
    <p:sldId id="301" r:id="rId46"/>
    <p:sldId id="304" r:id="rId47"/>
    <p:sldId id="306" r:id="rId48"/>
    <p:sldId id="302" r:id="rId49"/>
    <p:sldId id="308" r:id="rId50"/>
    <p:sldId id="307" r:id="rId51"/>
    <p:sldId id="309" r:id="rId52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842E9E-1B15-43A1-B66B-4A423FF43489}" v="109" dt="2025-11-13T08:03:32.17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emlayout 2 - Marker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yst layou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yst layout 1 - Markering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yst layout 3 - Markering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86" autoAdjust="0"/>
    <p:restoredTop sz="78441" autoAdjust="0"/>
  </p:normalViewPr>
  <p:slideViewPr>
    <p:cSldViewPr snapToGrid="0">
      <p:cViewPr>
        <p:scale>
          <a:sx n="58" d="100"/>
          <a:sy n="58" d="100"/>
        </p:scale>
        <p:origin x="8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microsoft.com/office/2016/11/relationships/changesInfo" Target="changesInfos/changesInfo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kob Foersom (JFO.ZBC - Timelærer Kat. II - RIAH - ZBC)" userId="a854aa3e-935c-420f-a472-e4dc80d2c4bc" providerId="ADAL" clId="{D1642147-0299-46B6-9074-3489EE067615}"/>
    <pc:docChg chg="undo custSel addSld delSld modSld sldOrd">
      <pc:chgData name="Jakob Foersom (JFO.ZBC - Timelærer Kat. II - RIAH - ZBC)" userId="a854aa3e-935c-420f-a472-e4dc80d2c4bc" providerId="ADAL" clId="{D1642147-0299-46B6-9074-3489EE067615}" dt="2025-11-13T08:28:54.084" v="19133" actId="20577"/>
      <pc:docMkLst>
        <pc:docMk/>
      </pc:docMkLst>
      <pc:sldChg chg="modNotesTx">
        <pc:chgData name="Jakob Foersom (JFO.ZBC - Timelærer Kat. II - RIAH - ZBC)" userId="a854aa3e-935c-420f-a472-e4dc80d2c4bc" providerId="ADAL" clId="{D1642147-0299-46B6-9074-3489EE067615}" dt="2025-11-10T07:16:42.824" v="14819" actId="20577"/>
        <pc:sldMkLst>
          <pc:docMk/>
          <pc:sldMk cId="3725809090" sldId="257"/>
        </pc:sldMkLst>
      </pc:sldChg>
      <pc:sldChg chg="addSp delSp modSp new mod ord setBg">
        <pc:chgData name="Jakob Foersom (JFO.ZBC - Timelærer Kat. II - RIAH - ZBC)" userId="a854aa3e-935c-420f-a472-e4dc80d2c4bc" providerId="ADAL" clId="{D1642147-0299-46B6-9074-3489EE067615}" dt="2025-11-05T12:33:15.754" v="13420" actId="20577"/>
        <pc:sldMkLst>
          <pc:docMk/>
          <pc:sldMk cId="2111370787" sldId="261"/>
        </pc:sldMkLst>
        <pc:spChg chg="mod">
          <ac:chgData name="Jakob Foersom (JFO.ZBC - Timelærer Kat. II - RIAH - ZBC)" userId="a854aa3e-935c-420f-a472-e4dc80d2c4bc" providerId="ADAL" clId="{D1642147-0299-46B6-9074-3489EE067615}" dt="2025-11-04T12:20:13.045" v="12861" actId="20577"/>
          <ac:spMkLst>
            <pc:docMk/>
            <pc:sldMk cId="2111370787" sldId="261"/>
            <ac:spMk id="2" creationId="{9F1F321A-1678-8AD6-5F06-066701A638E4}"/>
          </ac:spMkLst>
        </pc:spChg>
        <pc:spChg chg="mod">
          <ac:chgData name="Jakob Foersom (JFO.ZBC - Timelærer Kat. II - RIAH - ZBC)" userId="a854aa3e-935c-420f-a472-e4dc80d2c4bc" providerId="ADAL" clId="{D1642147-0299-46B6-9074-3489EE067615}" dt="2025-11-05T12:33:15.754" v="13420" actId="20577"/>
          <ac:spMkLst>
            <pc:docMk/>
            <pc:sldMk cId="2111370787" sldId="261"/>
            <ac:spMk id="3" creationId="{123BC4BF-B958-48C2-D5F5-076516743B39}"/>
          </ac:spMkLst>
        </pc:spChg>
        <pc:spChg chg="mod">
          <ac:chgData name="Jakob Foersom (JFO.ZBC - Timelærer Kat. II - RIAH - ZBC)" userId="a854aa3e-935c-420f-a472-e4dc80d2c4bc" providerId="ADAL" clId="{D1642147-0299-46B6-9074-3489EE067615}" dt="2025-10-28T08:57:59.988" v="63" actId="26606"/>
          <ac:spMkLst>
            <pc:docMk/>
            <pc:sldMk cId="2111370787" sldId="261"/>
            <ac:spMk id="4" creationId="{CC14E5AA-9315-8030-D225-8DDA4C1EC46A}"/>
          </ac:spMkLst>
        </pc:spChg>
        <pc:spChg chg="add">
          <ac:chgData name="Jakob Foersom (JFO.ZBC - Timelærer Kat. II - RIAH - ZBC)" userId="a854aa3e-935c-420f-a472-e4dc80d2c4bc" providerId="ADAL" clId="{D1642147-0299-46B6-9074-3489EE067615}" dt="2025-10-28T08:57:59.988" v="63" actId="26606"/>
          <ac:spMkLst>
            <pc:docMk/>
            <pc:sldMk cId="2111370787" sldId="261"/>
            <ac:spMk id="16" creationId="{4C608BEB-860E-4094-8511-78603564A75E}"/>
          </ac:spMkLst>
        </pc:spChg>
        <pc:cxnChg chg="add">
          <ac:chgData name="Jakob Foersom (JFO.ZBC - Timelærer Kat. II - RIAH - ZBC)" userId="a854aa3e-935c-420f-a472-e4dc80d2c4bc" providerId="ADAL" clId="{D1642147-0299-46B6-9074-3489EE067615}" dt="2025-10-28T08:57:59.988" v="63" actId="26606"/>
          <ac:cxnSpMkLst>
            <pc:docMk/>
            <pc:sldMk cId="2111370787" sldId="261"/>
            <ac:cxnSpMk id="18" creationId="{1F16A8D4-FE87-4604-88B2-394B5D1EB437}"/>
          </ac:cxnSpMkLst>
        </pc:cxnChg>
      </pc:sldChg>
      <pc:sldChg chg="addSp delSp modSp new mod setBg modNotesTx">
        <pc:chgData name="Jakob Foersom (JFO.ZBC - Timelærer Kat. II - RIAH - ZBC)" userId="a854aa3e-935c-420f-a472-e4dc80d2c4bc" providerId="ADAL" clId="{D1642147-0299-46B6-9074-3489EE067615}" dt="2025-11-04T09:26:44.141" v="12028" actId="20577"/>
        <pc:sldMkLst>
          <pc:docMk/>
          <pc:sldMk cId="1596698619" sldId="262"/>
        </pc:sldMkLst>
        <pc:spChg chg="mod">
          <ac:chgData name="Jakob Foersom (JFO.ZBC - Timelærer Kat. II - RIAH - ZBC)" userId="a854aa3e-935c-420f-a472-e4dc80d2c4bc" providerId="ADAL" clId="{D1642147-0299-46B6-9074-3489EE067615}" dt="2025-10-29T07:36:53.571" v="174" actId="26606"/>
          <ac:spMkLst>
            <pc:docMk/>
            <pc:sldMk cId="1596698619" sldId="262"/>
            <ac:spMk id="2" creationId="{612F5572-AAA7-0BB7-C526-5BC0A0F4F619}"/>
          </ac:spMkLst>
        </pc:spChg>
        <pc:spChg chg="mod">
          <ac:chgData name="Jakob Foersom (JFO.ZBC - Timelærer Kat. II - RIAH - ZBC)" userId="a854aa3e-935c-420f-a472-e4dc80d2c4bc" providerId="ADAL" clId="{D1642147-0299-46B6-9074-3489EE067615}" dt="2025-10-29T07:36:53.571" v="174" actId="26606"/>
          <ac:spMkLst>
            <pc:docMk/>
            <pc:sldMk cId="1596698619" sldId="262"/>
            <ac:spMk id="3" creationId="{6BE0BA7D-79E1-F9AB-494B-7B5587BEA08B}"/>
          </ac:spMkLst>
        </pc:spChg>
        <pc:spChg chg="add">
          <ac:chgData name="Jakob Foersom (JFO.ZBC - Timelærer Kat. II - RIAH - ZBC)" userId="a854aa3e-935c-420f-a472-e4dc80d2c4bc" providerId="ADAL" clId="{D1642147-0299-46B6-9074-3489EE067615}" dt="2025-10-29T07:36:53.571" v="174" actId="26606"/>
          <ac:spMkLst>
            <pc:docMk/>
            <pc:sldMk cId="1596698619" sldId="262"/>
            <ac:spMk id="28" creationId="{2B97F24A-32CE-4C1C-A50D-3016B394DCFB}"/>
          </ac:spMkLst>
        </pc:spChg>
        <pc:spChg chg="add">
          <ac:chgData name="Jakob Foersom (JFO.ZBC - Timelærer Kat. II - RIAH - ZBC)" userId="a854aa3e-935c-420f-a472-e4dc80d2c4bc" providerId="ADAL" clId="{D1642147-0299-46B6-9074-3489EE067615}" dt="2025-10-29T07:36:53.571" v="174" actId="26606"/>
          <ac:spMkLst>
            <pc:docMk/>
            <pc:sldMk cId="1596698619" sldId="262"/>
            <ac:spMk id="29" creationId="{CD8B4F24-440B-49E9-B85D-733523DC064B}"/>
          </ac:spMkLst>
        </pc:spChg>
        <pc:picChg chg="add mod ord">
          <ac:chgData name="Jakob Foersom (JFO.ZBC - Timelærer Kat. II - RIAH - ZBC)" userId="a854aa3e-935c-420f-a472-e4dc80d2c4bc" providerId="ADAL" clId="{D1642147-0299-46B6-9074-3489EE067615}" dt="2025-10-29T07:36:53.571" v="174" actId="26606"/>
          <ac:picMkLst>
            <pc:docMk/>
            <pc:sldMk cId="1596698619" sldId="262"/>
            <ac:picMk id="10" creationId="{7E816458-78CB-8E33-A70F-06760F41AE4F}"/>
          </ac:picMkLst>
        </pc:picChg>
      </pc:sldChg>
      <pc:sldChg chg="modSp new mod">
        <pc:chgData name="Jakob Foersom (JFO.ZBC - Timelærer Kat. II - RIAH - ZBC)" userId="a854aa3e-935c-420f-a472-e4dc80d2c4bc" providerId="ADAL" clId="{D1642147-0299-46B6-9074-3489EE067615}" dt="2025-11-04T12:21:20.877" v="12882" actId="20577"/>
        <pc:sldMkLst>
          <pc:docMk/>
          <pc:sldMk cId="147015510" sldId="263"/>
        </pc:sldMkLst>
        <pc:spChg chg="mod">
          <ac:chgData name="Jakob Foersom (JFO.ZBC - Timelærer Kat. II - RIAH - ZBC)" userId="a854aa3e-935c-420f-a472-e4dc80d2c4bc" providerId="ADAL" clId="{D1642147-0299-46B6-9074-3489EE067615}" dt="2025-10-29T08:50:36.973" v="681" actId="20577"/>
          <ac:spMkLst>
            <pc:docMk/>
            <pc:sldMk cId="147015510" sldId="263"/>
            <ac:spMk id="2" creationId="{1D0FD55F-E42C-F9A3-C9B2-80D1078CAEF7}"/>
          </ac:spMkLst>
        </pc:spChg>
        <pc:spChg chg="mod">
          <ac:chgData name="Jakob Foersom (JFO.ZBC - Timelærer Kat. II - RIAH - ZBC)" userId="a854aa3e-935c-420f-a472-e4dc80d2c4bc" providerId="ADAL" clId="{D1642147-0299-46B6-9074-3489EE067615}" dt="2025-11-04T12:21:20.877" v="12882" actId="20577"/>
          <ac:spMkLst>
            <pc:docMk/>
            <pc:sldMk cId="147015510" sldId="263"/>
            <ac:spMk id="3" creationId="{0C9C83B3-3081-740F-CF56-BCE0C21B63F4}"/>
          </ac:spMkLst>
        </pc:spChg>
      </pc:sldChg>
      <pc:sldChg chg="addSp modSp new mod setBg modNotesTx">
        <pc:chgData name="Jakob Foersom (JFO.ZBC - Timelærer Kat. II - RIAH - ZBC)" userId="a854aa3e-935c-420f-a472-e4dc80d2c4bc" providerId="ADAL" clId="{D1642147-0299-46B6-9074-3489EE067615}" dt="2025-11-10T08:59:59.427" v="15013" actId="6549"/>
        <pc:sldMkLst>
          <pc:docMk/>
          <pc:sldMk cId="3841214504" sldId="264"/>
        </pc:sldMkLst>
        <pc:spChg chg="mod">
          <ac:chgData name="Jakob Foersom (JFO.ZBC - Timelærer Kat. II - RIAH - ZBC)" userId="a854aa3e-935c-420f-a472-e4dc80d2c4bc" providerId="ADAL" clId="{D1642147-0299-46B6-9074-3489EE067615}" dt="2025-11-10T08:59:59.427" v="15013" actId="6549"/>
          <ac:spMkLst>
            <pc:docMk/>
            <pc:sldMk cId="3841214504" sldId="264"/>
            <ac:spMk id="2" creationId="{2F3064D2-4DD2-F213-6FC9-558D265F05B3}"/>
          </ac:spMkLst>
        </pc:spChg>
        <pc:spChg chg="mod">
          <ac:chgData name="Jakob Foersom (JFO.ZBC - Timelærer Kat. II - RIAH - ZBC)" userId="a854aa3e-935c-420f-a472-e4dc80d2c4bc" providerId="ADAL" clId="{D1642147-0299-46B6-9074-3489EE067615}" dt="2025-10-29T08:53:00.890" v="697" actId="20577"/>
          <ac:spMkLst>
            <pc:docMk/>
            <pc:sldMk cId="3841214504" sldId="264"/>
            <ac:spMk id="3" creationId="{6BC4BBE0-B4F7-BE2F-E489-F62D561D77FF}"/>
          </ac:spMkLst>
        </pc:spChg>
        <pc:spChg chg="add">
          <ac:chgData name="Jakob Foersom (JFO.ZBC - Timelærer Kat. II - RIAH - ZBC)" userId="a854aa3e-935c-420f-a472-e4dc80d2c4bc" providerId="ADAL" clId="{D1642147-0299-46B6-9074-3489EE067615}" dt="2025-10-29T08:51:42.734" v="688" actId="26606"/>
          <ac:spMkLst>
            <pc:docMk/>
            <pc:sldMk cId="3841214504" sldId="264"/>
            <ac:spMk id="8" creationId="{59EF30C2-29AC-4A0D-BC0A-A679CF113EDD}"/>
          </ac:spMkLst>
        </pc:spChg>
        <pc:spChg chg="add">
          <ac:chgData name="Jakob Foersom (JFO.ZBC - Timelærer Kat. II - RIAH - ZBC)" userId="a854aa3e-935c-420f-a472-e4dc80d2c4bc" providerId="ADAL" clId="{D1642147-0299-46B6-9074-3489EE067615}" dt="2025-10-29T08:51:42.734" v="688" actId="26606"/>
          <ac:spMkLst>
            <pc:docMk/>
            <pc:sldMk cId="3841214504" sldId="264"/>
            <ac:spMk id="10" creationId="{9C682A1A-5B2D-4111-BBD6-620165633E5B}"/>
          </ac:spMkLst>
        </pc:spChg>
        <pc:spChg chg="add">
          <ac:chgData name="Jakob Foersom (JFO.ZBC - Timelærer Kat. II - RIAH - ZBC)" userId="a854aa3e-935c-420f-a472-e4dc80d2c4bc" providerId="ADAL" clId="{D1642147-0299-46B6-9074-3489EE067615}" dt="2025-10-29T08:51:42.734" v="688" actId="26606"/>
          <ac:spMkLst>
            <pc:docMk/>
            <pc:sldMk cId="3841214504" sldId="264"/>
            <ac:spMk id="14" creationId="{A04F1504-431A-4D86-9091-AE7E4B33376B}"/>
          </ac:spMkLst>
        </pc:spChg>
        <pc:spChg chg="add">
          <ac:chgData name="Jakob Foersom (JFO.ZBC - Timelærer Kat. II - RIAH - ZBC)" userId="a854aa3e-935c-420f-a472-e4dc80d2c4bc" providerId="ADAL" clId="{D1642147-0299-46B6-9074-3489EE067615}" dt="2025-10-29T08:51:42.734" v="688" actId="26606"/>
          <ac:spMkLst>
            <pc:docMk/>
            <pc:sldMk cId="3841214504" sldId="264"/>
            <ac:spMk id="16" creationId="{EA804283-B929-4503-802F-4585376E2B42}"/>
          </ac:spMkLst>
        </pc:spChg>
        <pc:spChg chg="add">
          <ac:chgData name="Jakob Foersom (JFO.ZBC - Timelærer Kat. II - RIAH - ZBC)" userId="a854aa3e-935c-420f-a472-e4dc80d2c4bc" providerId="ADAL" clId="{D1642147-0299-46B6-9074-3489EE067615}" dt="2025-10-29T08:51:42.734" v="688" actId="26606"/>
          <ac:spMkLst>
            <pc:docMk/>
            <pc:sldMk cId="3841214504" sldId="264"/>
            <ac:spMk id="18" creationId="{AD3811F5-514E-49A4-B382-673ED228A4CC}"/>
          </ac:spMkLst>
        </pc:spChg>
        <pc:spChg chg="add">
          <ac:chgData name="Jakob Foersom (JFO.ZBC - Timelærer Kat. II - RIAH - ZBC)" userId="a854aa3e-935c-420f-a472-e4dc80d2c4bc" providerId="ADAL" clId="{D1642147-0299-46B6-9074-3489EE067615}" dt="2025-10-29T08:51:42.734" v="688" actId="26606"/>
          <ac:spMkLst>
            <pc:docMk/>
            <pc:sldMk cId="3841214504" sldId="264"/>
            <ac:spMk id="20" creationId="{067AD921-1CEE-4C1B-9AA3-C66D908DDD14}"/>
          </ac:spMkLst>
        </pc:spChg>
        <pc:spChg chg="add">
          <ac:chgData name="Jakob Foersom (JFO.ZBC - Timelærer Kat. II - RIAH - ZBC)" userId="a854aa3e-935c-420f-a472-e4dc80d2c4bc" providerId="ADAL" clId="{D1642147-0299-46B6-9074-3489EE067615}" dt="2025-10-29T08:51:42.734" v="688" actId="26606"/>
          <ac:spMkLst>
            <pc:docMk/>
            <pc:sldMk cId="3841214504" sldId="264"/>
            <ac:spMk id="22" creationId="{C36A08F5-3B56-47C5-A371-9187BE56E1E5}"/>
          </ac:spMkLst>
        </pc:spChg>
        <pc:cxnChg chg="add">
          <ac:chgData name="Jakob Foersom (JFO.ZBC - Timelærer Kat. II - RIAH - ZBC)" userId="a854aa3e-935c-420f-a472-e4dc80d2c4bc" providerId="ADAL" clId="{D1642147-0299-46B6-9074-3489EE067615}" dt="2025-10-29T08:51:42.734" v="688" actId="26606"/>
          <ac:cxnSpMkLst>
            <pc:docMk/>
            <pc:sldMk cId="3841214504" sldId="264"/>
            <ac:cxnSpMk id="12" creationId="{266A0658-1CC4-4B0D-AAB7-A702286AFB03}"/>
          </ac:cxnSpMkLst>
        </pc:cxnChg>
      </pc:sldChg>
      <pc:sldChg chg="addSp modSp new mod setBg modNotesTx">
        <pc:chgData name="Jakob Foersom (JFO.ZBC - Timelærer Kat. II - RIAH - ZBC)" userId="a854aa3e-935c-420f-a472-e4dc80d2c4bc" providerId="ADAL" clId="{D1642147-0299-46B6-9074-3489EE067615}" dt="2025-11-04T11:29:15.983" v="12352" actId="20577"/>
        <pc:sldMkLst>
          <pc:docMk/>
          <pc:sldMk cId="1641880191" sldId="265"/>
        </pc:sldMkLst>
        <pc:spChg chg="mod">
          <ac:chgData name="Jakob Foersom (JFO.ZBC - Timelærer Kat. II - RIAH - ZBC)" userId="a854aa3e-935c-420f-a472-e4dc80d2c4bc" providerId="ADAL" clId="{D1642147-0299-46B6-9074-3489EE067615}" dt="2025-10-29T09:29:17.269" v="1065" actId="26606"/>
          <ac:spMkLst>
            <pc:docMk/>
            <pc:sldMk cId="1641880191" sldId="265"/>
            <ac:spMk id="2" creationId="{A4C6533C-CCEE-CF62-7FB5-D86E8D4DC29E}"/>
          </ac:spMkLst>
        </pc:spChg>
        <pc:spChg chg="mod">
          <ac:chgData name="Jakob Foersom (JFO.ZBC - Timelærer Kat. II - RIAH - ZBC)" userId="a854aa3e-935c-420f-a472-e4dc80d2c4bc" providerId="ADAL" clId="{D1642147-0299-46B6-9074-3489EE067615}" dt="2025-11-04T11:29:15.983" v="12352" actId="20577"/>
          <ac:spMkLst>
            <pc:docMk/>
            <pc:sldMk cId="1641880191" sldId="265"/>
            <ac:spMk id="3" creationId="{9B7B9554-78B1-7D9F-23E1-C84CD34ED864}"/>
          </ac:spMkLst>
        </pc:spChg>
        <pc:spChg chg="add">
          <ac:chgData name="Jakob Foersom (JFO.ZBC - Timelærer Kat. II - RIAH - ZBC)" userId="a854aa3e-935c-420f-a472-e4dc80d2c4bc" providerId="ADAL" clId="{D1642147-0299-46B6-9074-3489EE067615}" dt="2025-10-29T09:29:17.269" v="1065" actId="26606"/>
          <ac:spMkLst>
            <pc:docMk/>
            <pc:sldMk cId="1641880191" sldId="265"/>
            <ac:spMk id="8" creationId="{09588DA8-065E-4F6F-8EFD-43104AB2E0CF}"/>
          </ac:spMkLst>
        </pc:spChg>
        <pc:spChg chg="add">
          <ac:chgData name="Jakob Foersom (JFO.ZBC - Timelærer Kat. II - RIAH - ZBC)" userId="a854aa3e-935c-420f-a472-e4dc80d2c4bc" providerId="ADAL" clId="{D1642147-0299-46B6-9074-3489EE067615}" dt="2025-10-29T09:29:17.269" v="1065" actId="26606"/>
          <ac:spMkLst>
            <pc:docMk/>
            <pc:sldMk cId="1641880191" sldId="265"/>
            <ac:spMk id="10" creationId="{C4285719-470E-454C-AF62-8323075F1F5B}"/>
          </ac:spMkLst>
        </pc:spChg>
        <pc:spChg chg="add">
          <ac:chgData name="Jakob Foersom (JFO.ZBC - Timelærer Kat. II - RIAH - ZBC)" userId="a854aa3e-935c-420f-a472-e4dc80d2c4bc" providerId="ADAL" clId="{D1642147-0299-46B6-9074-3489EE067615}" dt="2025-10-29T09:29:17.269" v="1065" actId="26606"/>
          <ac:spMkLst>
            <pc:docMk/>
            <pc:sldMk cId="1641880191" sldId="265"/>
            <ac:spMk id="12" creationId="{CD9FE4EF-C4D8-49A0-B2FF-81D8DB7D8A24}"/>
          </ac:spMkLst>
        </pc:spChg>
        <pc:spChg chg="add">
          <ac:chgData name="Jakob Foersom (JFO.ZBC - Timelærer Kat. II - RIAH - ZBC)" userId="a854aa3e-935c-420f-a472-e4dc80d2c4bc" providerId="ADAL" clId="{D1642147-0299-46B6-9074-3489EE067615}" dt="2025-10-29T09:29:17.269" v="1065" actId="26606"/>
          <ac:spMkLst>
            <pc:docMk/>
            <pc:sldMk cId="1641880191" sldId="265"/>
            <ac:spMk id="14" creationId="{4300840D-0A0B-4512-BACA-B439D5B9C57C}"/>
          </ac:spMkLst>
        </pc:spChg>
        <pc:spChg chg="add">
          <ac:chgData name="Jakob Foersom (JFO.ZBC - Timelærer Kat. II - RIAH - ZBC)" userId="a854aa3e-935c-420f-a472-e4dc80d2c4bc" providerId="ADAL" clId="{D1642147-0299-46B6-9074-3489EE067615}" dt="2025-10-29T09:29:17.269" v="1065" actId="26606"/>
          <ac:spMkLst>
            <pc:docMk/>
            <pc:sldMk cId="1641880191" sldId="265"/>
            <ac:spMk id="16" creationId="{D2B78728-A580-49A7-84F9-6EF6F583ADE0}"/>
          </ac:spMkLst>
        </pc:spChg>
        <pc:spChg chg="add">
          <ac:chgData name="Jakob Foersom (JFO.ZBC - Timelærer Kat. II - RIAH - ZBC)" userId="a854aa3e-935c-420f-a472-e4dc80d2c4bc" providerId="ADAL" clId="{D1642147-0299-46B6-9074-3489EE067615}" dt="2025-10-29T09:29:17.269" v="1065" actId="26606"/>
          <ac:spMkLst>
            <pc:docMk/>
            <pc:sldMk cId="1641880191" sldId="265"/>
            <ac:spMk id="18" creationId="{38FAA1A1-D861-433F-88FA-1E9D6FD31D11}"/>
          </ac:spMkLst>
        </pc:spChg>
        <pc:spChg chg="add">
          <ac:chgData name="Jakob Foersom (JFO.ZBC - Timelærer Kat. II - RIAH - ZBC)" userId="a854aa3e-935c-420f-a472-e4dc80d2c4bc" providerId="ADAL" clId="{D1642147-0299-46B6-9074-3489EE067615}" dt="2025-10-29T09:29:17.269" v="1065" actId="26606"/>
          <ac:spMkLst>
            <pc:docMk/>
            <pc:sldMk cId="1641880191" sldId="265"/>
            <ac:spMk id="20" creationId="{8D71EDA1-87BF-4D5D-AB79-F346FD19278A}"/>
          </ac:spMkLst>
        </pc:spChg>
      </pc:sldChg>
      <pc:sldChg chg="addSp modSp new mod setBg modNotesTx">
        <pc:chgData name="Jakob Foersom (JFO.ZBC - Timelærer Kat. II - RIAH - ZBC)" userId="a854aa3e-935c-420f-a472-e4dc80d2c4bc" providerId="ADAL" clId="{D1642147-0299-46B6-9074-3489EE067615}" dt="2025-11-05T12:30:11.320" v="13289" actId="20577"/>
        <pc:sldMkLst>
          <pc:docMk/>
          <pc:sldMk cId="98930078" sldId="266"/>
        </pc:sldMkLst>
        <pc:spChg chg="mod">
          <ac:chgData name="Jakob Foersom (JFO.ZBC - Timelærer Kat. II - RIAH - ZBC)" userId="a854aa3e-935c-420f-a472-e4dc80d2c4bc" providerId="ADAL" clId="{D1642147-0299-46B6-9074-3489EE067615}" dt="2025-10-29T11:25:53.386" v="2431" actId="26606"/>
          <ac:spMkLst>
            <pc:docMk/>
            <pc:sldMk cId="98930078" sldId="266"/>
            <ac:spMk id="2" creationId="{5D7F2AB8-7E5F-E2A2-4A61-99794898FAAB}"/>
          </ac:spMkLst>
        </pc:spChg>
        <pc:spChg chg="mod">
          <ac:chgData name="Jakob Foersom (JFO.ZBC - Timelærer Kat. II - RIAH - ZBC)" userId="a854aa3e-935c-420f-a472-e4dc80d2c4bc" providerId="ADAL" clId="{D1642147-0299-46B6-9074-3489EE067615}" dt="2025-10-29T11:25:53.386" v="2431" actId="26606"/>
          <ac:spMkLst>
            <pc:docMk/>
            <pc:sldMk cId="98930078" sldId="266"/>
            <ac:spMk id="3" creationId="{6B5C9DBA-C682-F3C3-2470-AAC7FF4A1089}"/>
          </ac:spMkLst>
        </pc:spChg>
        <pc:spChg chg="add">
          <ac:chgData name="Jakob Foersom (JFO.ZBC - Timelærer Kat. II - RIAH - ZBC)" userId="a854aa3e-935c-420f-a472-e4dc80d2c4bc" providerId="ADAL" clId="{D1642147-0299-46B6-9074-3489EE067615}" dt="2025-10-29T11:25:53.386" v="2431" actId="26606"/>
          <ac:spMkLst>
            <pc:docMk/>
            <pc:sldMk cId="98930078" sldId="266"/>
            <ac:spMk id="8" creationId="{09588DA8-065E-4F6F-8EFD-43104AB2E0CF}"/>
          </ac:spMkLst>
        </pc:spChg>
        <pc:spChg chg="add">
          <ac:chgData name="Jakob Foersom (JFO.ZBC - Timelærer Kat. II - RIAH - ZBC)" userId="a854aa3e-935c-420f-a472-e4dc80d2c4bc" providerId="ADAL" clId="{D1642147-0299-46B6-9074-3489EE067615}" dt="2025-10-29T11:25:53.386" v="2431" actId="26606"/>
          <ac:spMkLst>
            <pc:docMk/>
            <pc:sldMk cId="98930078" sldId="266"/>
            <ac:spMk id="10" creationId="{C4285719-470E-454C-AF62-8323075F1F5B}"/>
          </ac:spMkLst>
        </pc:spChg>
        <pc:spChg chg="add">
          <ac:chgData name="Jakob Foersom (JFO.ZBC - Timelærer Kat. II - RIAH - ZBC)" userId="a854aa3e-935c-420f-a472-e4dc80d2c4bc" providerId="ADAL" clId="{D1642147-0299-46B6-9074-3489EE067615}" dt="2025-10-29T11:25:53.386" v="2431" actId="26606"/>
          <ac:spMkLst>
            <pc:docMk/>
            <pc:sldMk cId="98930078" sldId="266"/>
            <ac:spMk id="12" creationId="{CD9FE4EF-C4D8-49A0-B2FF-81D8DB7D8A24}"/>
          </ac:spMkLst>
        </pc:spChg>
        <pc:spChg chg="add">
          <ac:chgData name="Jakob Foersom (JFO.ZBC - Timelærer Kat. II - RIAH - ZBC)" userId="a854aa3e-935c-420f-a472-e4dc80d2c4bc" providerId="ADAL" clId="{D1642147-0299-46B6-9074-3489EE067615}" dt="2025-10-29T11:25:53.386" v="2431" actId="26606"/>
          <ac:spMkLst>
            <pc:docMk/>
            <pc:sldMk cId="98930078" sldId="266"/>
            <ac:spMk id="14" creationId="{4300840D-0A0B-4512-BACA-B439D5B9C57C}"/>
          </ac:spMkLst>
        </pc:spChg>
        <pc:spChg chg="add">
          <ac:chgData name="Jakob Foersom (JFO.ZBC - Timelærer Kat. II - RIAH - ZBC)" userId="a854aa3e-935c-420f-a472-e4dc80d2c4bc" providerId="ADAL" clId="{D1642147-0299-46B6-9074-3489EE067615}" dt="2025-10-29T11:25:53.386" v="2431" actId="26606"/>
          <ac:spMkLst>
            <pc:docMk/>
            <pc:sldMk cId="98930078" sldId="266"/>
            <ac:spMk id="16" creationId="{D2B78728-A580-49A7-84F9-6EF6F583ADE0}"/>
          </ac:spMkLst>
        </pc:spChg>
        <pc:spChg chg="add">
          <ac:chgData name="Jakob Foersom (JFO.ZBC - Timelærer Kat. II - RIAH - ZBC)" userId="a854aa3e-935c-420f-a472-e4dc80d2c4bc" providerId="ADAL" clId="{D1642147-0299-46B6-9074-3489EE067615}" dt="2025-10-29T11:25:53.386" v="2431" actId="26606"/>
          <ac:spMkLst>
            <pc:docMk/>
            <pc:sldMk cId="98930078" sldId="266"/>
            <ac:spMk id="18" creationId="{38FAA1A1-D861-433F-88FA-1E9D6FD31D11}"/>
          </ac:spMkLst>
        </pc:spChg>
        <pc:spChg chg="add">
          <ac:chgData name="Jakob Foersom (JFO.ZBC - Timelærer Kat. II - RIAH - ZBC)" userId="a854aa3e-935c-420f-a472-e4dc80d2c4bc" providerId="ADAL" clId="{D1642147-0299-46B6-9074-3489EE067615}" dt="2025-10-29T11:25:53.386" v="2431" actId="26606"/>
          <ac:spMkLst>
            <pc:docMk/>
            <pc:sldMk cId="98930078" sldId="266"/>
            <ac:spMk id="20" creationId="{8D71EDA1-87BF-4D5D-AB79-F346FD19278A}"/>
          </ac:spMkLst>
        </pc:spChg>
      </pc:sldChg>
      <pc:sldChg chg="addSp modSp new mod setBg">
        <pc:chgData name="Jakob Foersom (JFO.ZBC - Timelærer Kat. II - RIAH - ZBC)" userId="a854aa3e-935c-420f-a472-e4dc80d2c4bc" providerId="ADAL" clId="{D1642147-0299-46B6-9074-3489EE067615}" dt="2025-11-04T11:54:39.192" v="12357" actId="20577"/>
        <pc:sldMkLst>
          <pc:docMk/>
          <pc:sldMk cId="3163014701" sldId="267"/>
        </pc:sldMkLst>
        <pc:spChg chg="mod">
          <ac:chgData name="Jakob Foersom (JFO.ZBC - Timelærer Kat. II - RIAH - ZBC)" userId="a854aa3e-935c-420f-a472-e4dc80d2c4bc" providerId="ADAL" clId="{D1642147-0299-46B6-9074-3489EE067615}" dt="2025-10-29T11:25:56.535" v="2432" actId="26606"/>
          <ac:spMkLst>
            <pc:docMk/>
            <pc:sldMk cId="3163014701" sldId="267"/>
            <ac:spMk id="2" creationId="{3635AEC4-6522-D91A-C3F7-0AB980C4161B}"/>
          </ac:spMkLst>
        </pc:spChg>
        <pc:spChg chg="mod">
          <ac:chgData name="Jakob Foersom (JFO.ZBC - Timelærer Kat. II - RIAH - ZBC)" userId="a854aa3e-935c-420f-a472-e4dc80d2c4bc" providerId="ADAL" clId="{D1642147-0299-46B6-9074-3489EE067615}" dt="2025-11-04T11:54:39.192" v="12357" actId="20577"/>
          <ac:spMkLst>
            <pc:docMk/>
            <pc:sldMk cId="3163014701" sldId="267"/>
            <ac:spMk id="3" creationId="{D0F5C8CE-6C38-9ED3-404B-C0874A2F7EFA}"/>
          </ac:spMkLst>
        </pc:spChg>
        <pc:spChg chg="add">
          <ac:chgData name="Jakob Foersom (JFO.ZBC - Timelærer Kat. II - RIAH - ZBC)" userId="a854aa3e-935c-420f-a472-e4dc80d2c4bc" providerId="ADAL" clId="{D1642147-0299-46B6-9074-3489EE067615}" dt="2025-10-29T11:25:56.535" v="2432" actId="26606"/>
          <ac:spMkLst>
            <pc:docMk/>
            <pc:sldMk cId="3163014701" sldId="267"/>
            <ac:spMk id="8" creationId="{09588DA8-065E-4F6F-8EFD-43104AB2E0CF}"/>
          </ac:spMkLst>
        </pc:spChg>
        <pc:spChg chg="add">
          <ac:chgData name="Jakob Foersom (JFO.ZBC - Timelærer Kat. II - RIAH - ZBC)" userId="a854aa3e-935c-420f-a472-e4dc80d2c4bc" providerId="ADAL" clId="{D1642147-0299-46B6-9074-3489EE067615}" dt="2025-10-29T11:25:56.535" v="2432" actId="26606"/>
          <ac:spMkLst>
            <pc:docMk/>
            <pc:sldMk cId="3163014701" sldId="267"/>
            <ac:spMk id="10" creationId="{C4285719-470E-454C-AF62-8323075F1F5B}"/>
          </ac:spMkLst>
        </pc:spChg>
        <pc:spChg chg="add">
          <ac:chgData name="Jakob Foersom (JFO.ZBC - Timelærer Kat. II - RIAH - ZBC)" userId="a854aa3e-935c-420f-a472-e4dc80d2c4bc" providerId="ADAL" clId="{D1642147-0299-46B6-9074-3489EE067615}" dt="2025-10-29T11:25:56.535" v="2432" actId="26606"/>
          <ac:spMkLst>
            <pc:docMk/>
            <pc:sldMk cId="3163014701" sldId="267"/>
            <ac:spMk id="12" creationId="{CD9FE4EF-C4D8-49A0-B2FF-81D8DB7D8A24}"/>
          </ac:spMkLst>
        </pc:spChg>
        <pc:spChg chg="add">
          <ac:chgData name="Jakob Foersom (JFO.ZBC - Timelærer Kat. II - RIAH - ZBC)" userId="a854aa3e-935c-420f-a472-e4dc80d2c4bc" providerId="ADAL" clId="{D1642147-0299-46B6-9074-3489EE067615}" dt="2025-10-29T11:25:56.535" v="2432" actId="26606"/>
          <ac:spMkLst>
            <pc:docMk/>
            <pc:sldMk cId="3163014701" sldId="267"/>
            <ac:spMk id="14" creationId="{4300840D-0A0B-4512-BACA-B439D5B9C57C}"/>
          </ac:spMkLst>
        </pc:spChg>
        <pc:spChg chg="add">
          <ac:chgData name="Jakob Foersom (JFO.ZBC - Timelærer Kat. II - RIAH - ZBC)" userId="a854aa3e-935c-420f-a472-e4dc80d2c4bc" providerId="ADAL" clId="{D1642147-0299-46B6-9074-3489EE067615}" dt="2025-10-29T11:25:56.535" v="2432" actId="26606"/>
          <ac:spMkLst>
            <pc:docMk/>
            <pc:sldMk cId="3163014701" sldId="267"/>
            <ac:spMk id="16" creationId="{D2B78728-A580-49A7-84F9-6EF6F583ADE0}"/>
          </ac:spMkLst>
        </pc:spChg>
        <pc:spChg chg="add">
          <ac:chgData name="Jakob Foersom (JFO.ZBC - Timelærer Kat. II - RIAH - ZBC)" userId="a854aa3e-935c-420f-a472-e4dc80d2c4bc" providerId="ADAL" clId="{D1642147-0299-46B6-9074-3489EE067615}" dt="2025-10-29T11:25:56.535" v="2432" actId="26606"/>
          <ac:spMkLst>
            <pc:docMk/>
            <pc:sldMk cId="3163014701" sldId="267"/>
            <ac:spMk id="18" creationId="{38FAA1A1-D861-433F-88FA-1E9D6FD31D11}"/>
          </ac:spMkLst>
        </pc:spChg>
        <pc:spChg chg="add">
          <ac:chgData name="Jakob Foersom (JFO.ZBC - Timelærer Kat. II - RIAH - ZBC)" userId="a854aa3e-935c-420f-a472-e4dc80d2c4bc" providerId="ADAL" clId="{D1642147-0299-46B6-9074-3489EE067615}" dt="2025-10-29T11:25:56.535" v="2432" actId="26606"/>
          <ac:spMkLst>
            <pc:docMk/>
            <pc:sldMk cId="3163014701" sldId="267"/>
            <ac:spMk id="20" creationId="{8D71EDA1-87BF-4D5D-AB79-F346FD19278A}"/>
          </ac:spMkLst>
        </pc:spChg>
      </pc:sldChg>
      <pc:sldChg chg="addSp delSp modSp new mod setBg modNotesTx">
        <pc:chgData name="Jakob Foersom (JFO.ZBC - Timelærer Kat. II - RIAH - ZBC)" userId="a854aa3e-935c-420f-a472-e4dc80d2c4bc" providerId="ADAL" clId="{D1642147-0299-46B6-9074-3489EE067615}" dt="2025-10-29T12:08:27.310" v="3045" actId="20577"/>
        <pc:sldMkLst>
          <pc:docMk/>
          <pc:sldMk cId="3657448850" sldId="268"/>
        </pc:sldMkLst>
        <pc:spChg chg="mod">
          <ac:chgData name="Jakob Foersom (JFO.ZBC - Timelærer Kat. II - RIAH - ZBC)" userId="a854aa3e-935c-420f-a472-e4dc80d2c4bc" providerId="ADAL" clId="{D1642147-0299-46B6-9074-3489EE067615}" dt="2025-10-29T12:02:58.756" v="2504" actId="26606"/>
          <ac:spMkLst>
            <pc:docMk/>
            <pc:sldMk cId="3657448850" sldId="268"/>
            <ac:spMk id="2" creationId="{67F2FE14-87F7-D66B-0246-9E6AAC642CD5}"/>
          </ac:spMkLst>
        </pc:spChg>
        <pc:spChg chg="add">
          <ac:chgData name="Jakob Foersom (JFO.ZBC - Timelærer Kat. II - RIAH - ZBC)" userId="a854aa3e-935c-420f-a472-e4dc80d2c4bc" providerId="ADAL" clId="{D1642147-0299-46B6-9074-3489EE067615}" dt="2025-10-29T12:02:58.756" v="2504" actId="26606"/>
          <ac:spMkLst>
            <pc:docMk/>
            <pc:sldMk cId="3657448850" sldId="268"/>
            <ac:spMk id="10" creationId="{23D09407-53BC-485E-B4CE-BC5E4FC4B25B}"/>
          </ac:spMkLst>
        </pc:spChg>
        <pc:spChg chg="add">
          <ac:chgData name="Jakob Foersom (JFO.ZBC - Timelærer Kat. II - RIAH - ZBC)" userId="a854aa3e-935c-420f-a472-e4dc80d2c4bc" providerId="ADAL" clId="{D1642147-0299-46B6-9074-3489EE067615}" dt="2025-10-29T12:02:58.756" v="2504" actId="26606"/>
          <ac:spMkLst>
            <pc:docMk/>
            <pc:sldMk cId="3657448850" sldId="268"/>
            <ac:spMk id="12" creationId="{921DB988-49FC-4608-B0A2-E2F3A4019041}"/>
          </ac:spMkLst>
        </pc:spChg>
        <pc:grpChg chg="add">
          <ac:chgData name="Jakob Foersom (JFO.ZBC - Timelærer Kat. II - RIAH - ZBC)" userId="a854aa3e-935c-420f-a472-e4dc80d2c4bc" providerId="ADAL" clId="{D1642147-0299-46B6-9074-3489EE067615}" dt="2025-10-29T12:02:58.756" v="2504" actId="26606"/>
          <ac:grpSpMkLst>
            <pc:docMk/>
            <pc:sldMk cId="3657448850" sldId="268"/>
            <ac:grpSpMk id="14" creationId="{E9B930FD-8671-4C4C-ADCF-73AC1D0CD417}"/>
          </ac:grpSpMkLst>
        </pc:grpChg>
        <pc:grpChg chg="add">
          <ac:chgData name="Jakob Foersom (JFO.ZBC - Timelærer Kat. II - RIAH - ZBC)" userId="a854aa3e-935c-420f-a472-e4dc80d2c4bc" providerId="ADAL" clId="{D1642147-0299-46B6-9074-3489EE067615}" dt="2025-10-29T12:02:58.756" v="2504" actId="26606"/>
          <ac:grpSpMkLst>
            <pc:docMk/>
            <pc:sldMk cId="3657448850" sldId="268"/>
            <ac:grpSpMk id="20" creationId="{383C2651-AE0C-4AE4-8725-E2F9414FE219}"/>
          </ac:grpSpMkLst>
        </pc:grpChg>
        <pc:picChg chg="add mod ord">
          <ac:chgData name="Jakob Foersom (JFO.ZBC - Timelærer Kat. II - RIAH - ZBC)" userId="a854aa3e-935c-420f-a472-e4dc80d2c4bc" providerId="ADAL" clId="{D1642147-0299-46B6-9074-3489EE067615}" dt="2025-10-29T12:02:58.756" v="2504" actId="26606"/>
          <ac:picMkLst>
            <pc:docMk/>
            <pc:sldMk cId="3657448850" sldId="268"/>
            <ac:picMk id="5" creationId="{ED8DAE4E-1F33-59D2-143C-59363BA1147C}"/>
          </ac:picMkLst>
        </pc:picChg>
      </pc:sldChg>
      <pc:sldChg chg="addSp delSp modSp new mod ord setBg modNotesTx">
        <pc:chgData name="Jakob Foersom (JFO.ZBC - Timelærer Kat. II - RIAH - ZBC)" userId="a854aa3e-935c-420f-a472-e4dc80d2c4bc" providerId="ADAL" clId="{D1642147-0299-46B6-9074-3489EE067615}" dt="2025-11-05T13:01:37.140" v="13619" actId="20577"/>
        <pc:sldMkLst>
          <pc:docMk/>
          <pc:sldMk cId="3028558340" sldId="269"/>
        </pc:sldMkLst>
        <pc:spChg chg="mod">
          <ac:chgData name="Jakob Foersom (JFO.ZBC - Timelærer Kat. II - RIAH - ZBC)" userId="a854aa3e-935c-420f-a472-e4dc80d2c4bc" providerId="ADAL" clId="{D1642147-0299-46B6-9074-3489EE067615}" dt="2025-11-04T08:44:41.187" v="11687" actId="26606"/>
          <ac:spMkLst>
            <pc:docMk/>
            <pc:sldMk cId="3028558340" sldId="269"/>
            <ac:spMk id="2" creationId="{DB3D8217-65FB-585F-1352-81188C022FE4}"/>
          </ac:spMkLst>
        </pc:spChg>
        <pc:spChg chg="add mod">
          <ac:chgData name="Jakob Foersom (JFO.ZBC - Timelærer Kat. II - RIAH - ZBC)" userId="a854aa3e-935c-420f-a472-e4dc80d2c4bc" providerId="ADAL" clId="{D1642147-0299-46B6-9074-3489EE067615}" dt="2025-11-04T08:45:18.345" v="11723" actId="20577"/>
          <ac:spMkLst>
            <pc:docMk/>
            <pc:sldMk cId="3028558340" sldId="269"/>
            <ac:spMk id="19" creationId="{C5AB8970-9EE2-075A-AFB4-A10985842412}"/>
          </ac:spMkLst>
        </pc:spChg>
        <pc:picChg chg="add">
          <ac:chgData name="Jakob Foersom (JFO.ZBC - Timelærer Kat. II - RIAH - ZBC)" userId="a854aa3e-935c-420f-a472-e4dc80d2c4bc" providerId="ADAL" clId="{D1642147-0299-46B6-9074-3489EE067615}" dt="2025-11-04T08:44:41.187" v="11687" actId="26606"/>
          <ac:picMkLst>
            <pc:docMk/>
            <pc:sldMk cId="3028558340" sldId="269"/>
            <ac:picMk id="17" creationId="{2BA9F62F-271C-4C06-59A7-2841C74F1CA7}"/>
          </ac:picMkLst>
        </pc:picChg>
        <pc:cxnChg chg="add">
          <ac:chgData name="Jakob Foersom (JFO.ZBC - Timelærer Kat. II - RIAH - ZBC)" userId="a854aa3e-935c-420f-a472-e4dc80d2c4bc" providerId="ADAL" clId="{D1642147-0299-46B6-9074-3489EE067615}" dt="2025-11-04T08:44:41.187" v="11687" actId="26606"/>
          <ac:cxnSpMkLst>
            <pc:docMk/>
            <pc:sldMk cId="3028558340" sldId="269"/>
            <ac:cxnSpMk id="18" creationId="{1503BFE4-729B-D9D0-C17B-501E6AF1127A}"/>
          </ac:cxnSpMkLst>
        </pc:cxnChg>
      </pc:sldChg>
      <pc:sldChg chg="addSp delSp modSp new mod modShow modNotesTx">
        <pc:chgData name="Jakob Foersom (JFO.ZBC - Timelærer Kat. II - RIAH - ZBC)" userId="a854aa3e-935c-420f-a472-e4dc80d2c4bc" providerId="ADAL" clId="{D1642147-0299-46B6-9074-3489EE067615}" dt="2025-11-10T11:34:23.659" v="15015" actId="729"/>
        <pc:sldMkLst>
          <pc:docMk/>
          <pc:sldMk cId="2586517291" sldId="272"/>
        </pc:sldMkLst>
        <pc:spChg chg="mod">
          <ac:chgData name="Jakob Foersom (JFO.ZBC - Timelærer Kat. II - RIAH - ZBC)" userId="a854aa3e-935c-420f-a472-e4dc80d2c4bc" providerId="ADAL" clId="{D1642147-0299-46B6-9074-3489EE067615}" dt="2025-10-30T11:12:49.988" v="4012" actId="20577"/>
          <ac:spMkLst>
            <pc:docMk/>
            <pc:sldMk cId="2586517291" sldId="272"/>
            <ac:spMk id="2" creationId="{ED04B7EA-D7E9-BF04-F897-21092915B087}"/>
          </ac:spMkLst>
        </pc:spChg>
        <pc:spChg chg="mod">
          <ac:chgData name="Jakob Foersom (JFO.ZBC - Timelærer Kat. II - RIAH - ZBC)" userId="a854aa3e-935c-420f-a472-e4dc80d2c4bc" providerId="ADAL" clId="{D1642147-0299-46B6-9074-3489EE067615}" dt="2025-11-04T12:47:41.644" v="12945" actId="20577"/>
          <ac:spMkLst>
            <pc:docMk/>
            <pc:sldMk cId="2586517291" sldId="272"/>
            <ac:spMk id="3" creationId="{CA9A4400-5565-B655-59B5-EF489FA1ACAF}"/>
          </ac:spMkLst>
        </pc:spChg>
        <pc:picChg chg="add mod">
          <ac:chgData name="Jakob Foersom (JFO.ZBC - Timelærer Kat. II - RIAH - ZBC)" userId="a854aa3e-935c-420f-a472-e4dc80d2c4bc" providerId="ADAL" clId="{D1642147-0299-46B6-9074-3489EE067615}" dt="2025-10-30T11:13:10.593" v="4044" actId="14100"/>
          <ac:picMkLst>
            <pc:docMk/>
            <pc:sldMk cId="2586517291" sldId="272"/>
            <ac:picMk id="1026" creationId="{F3EA73BB-E295-F60D-C9FE-F47C11303280}"/>
          </ac:picMkLst>
        </pc:picChg>
      </pc:sldChg>
      <pc:sldChg chg="addSp delSp modSp new mod setBg modNotesTx">
        <pc:chgData name="Jakob Foersom (JFO.ZBC - Timelærer Kat. II - RIAH - ZBC)" userId="a854aa3e-935c-420f-a472-e4dc80d2c4bc" providerId="ADAL" clId="{D1642147-0299-46B6-9074-3489EE067615}" dt="2025-11-03T08:49:06.767" v="7863" actId="20577"/>
        <pc:sldMkLst>
          <pc:docMk/>
          <pc:sldMk cId="1020376372" sldId="274"/>
        </pc:sldMkLst>
        <pc:spChg chg="mod">
          <ac:chgData name="Jakob Foersom (JFO.ZBC - Timelærer Kat. II - RIAH - ZBC)" userId="a854aa3e-935c-420f-a472-e4dc80d2c4bc" providerId="ADAL" clId="{D1642147-0299-46B6-9074-3489EE067615}" dt="2025-10-30T11:40:57.777" v="4403" actId="26606"/>
          <ac:spMkLst>
            <pc:docMk/>
            <pc:sldMk cId="1020376372" sldId="274"/>
            <ac:spMk id="2" creationId="{78BF03D6-231B-43E4-BEA7-234228871E51}"/>
          </ac:spMkLst>
        </pc:spChg>
        <pc:spChg chg="add mod ord">
          <ac:chgData name="Jakob Foersom (JFO.ZBC - Timelærer Kat. II - RIAH - ZBC)" userId="a854aa3e-935c-420f-a472-e4dc80d2c4bc" providerId="ADAL" clId="{D1642147-0299-46B6-9074-3489EE067615}" dt="2025-11-03T08:46:54.769" v="7715"/>
          <ac:spMkLst>
            <pc:docMk/>
            <pc:sldMk cId="1020376372" sldId="274"/>
            <ac:spMk id="7" creationId="{BBE2D56E-8E9B-576B-77B2-D0E22DC49103}"/>
          </ac:spMkLst>
        </pc:spChg>
        <pc:spChg chg="add">
          <ac:chgData name="Jakob Foersom (JFO.ZBC - Timelærer Kat. II - RIAH - ZBC)" userId="a854aa3e-935c-420f-a472-e4dc80d2c4bc" providerId="ADAL" clId="{D1642147-0299-46B6-9074-3489EE067615}" dt="2025-10-30T11:42:30.878" v="4558" actId="26606"/>
          <ac:spMkLst>
            <pc:docMk/>
            <pc:sldMk cId="1020376372" sldId="274"/>
            <ac:spMk id="54" creationId="{0D7B6173-1D58-48E2-83CF-37350F315F75}"/>
          </ac:spMkLst>
        </pc:spChg>
        <pc:spChg chg="add">
          <ac:chgData name="Jakob Foersom (JFO.ZBC - Timelærer Kat. II - RIAH - ZBC)" userId="a854aa3e-935c-420f-a472-e4dc80d2c4bc" providerId="ADAL" clId="{D1642147-0299-46B6-9074-3489EE067615}" dt="2025-10-30T11:42:30.878" v="4558" actId="26606"/>
          <ac:spMkLst>
            <pc:docMk/>
            <pc:sldMk cId="1020376372" sldId="274"/>
            <ac:spMk id="56" creationId="{35D813D1-BA6B-40B4-A101-04BB89445561}"/>
          </ac:spMkLst>
        </pc:spChg>
        <pc:spChg chg="add">
          <ac:chgData name="Jakob Foersom (JFO.ZBC - Timelærer Kat. II - RIAH - ZBC)" userId="a854aa3e-935c-420f-a472-e4dc80d2c4bc" providerId="ADAL" clId="{D1642147-0299-46B6-9074-3489EE067615}" dt="2025-10-30T11:42:30.878" v="4558" actId="26606"/>
          <ac:spMkLst>
            <pc:docMk/>
            <pc:sldMk cId="1020376372" sldId="274"/>
            <ac:spMk id="60" creationId="{21BDEC81-16A7-4451-B893-C15000083B77}"/>
          </ac:spMkLst>
        </pc:spChg>
        <pc:spChg chg="add">
          <ac:chgData name="Jakob Foersom (JFO.ZBC - Timelærer Kat. II - RIAH - ZBC)" userId="a854aa3e-935c-420f-a472-e4dc80d2c4bc" providerId="ADAL" clId="{D1642147-0299-46B6-9074-3489EE067615}" dt="2025-10-30T11:42:30.878" v="4558" actId="26606"/>
          <ac:spMkLst>
            <pc:docMk/>
            <pc:sldMk cId="1020376372" sldId="274"/>
            <ac:spMk id="62" creationId="{AEA3DFA5-2D7B-4989-8ED7-8321EC114CF1}"/>
          </ac:spMkLst>
        </pc:spChg>
        <pc:graphicFrameChg chg="add mod modGraphic">
          <ac:chgData name="Jakob Foersom (JFO.ZBC - Timelærer Kat. II - RIAH - ZBC)" userId="a854aa3e-935c-420f-a472-e4dc80d2c4bc" providerId="ADAL" clId="{D1642147-0299-46B6-9074-3489EE067615}" dt="2025-10-30T11:40:57.777" v="4403" actId="26606"/>
          <ac:graphicFrameMkLst>
            <pc:docMk/>
            <pc:sldMk cId="1020376372" sldId="274"/>
            <ac:graphicFrameMk id="10" creationId="{47384E9A-F13E-FC1A-798C-1550123BEA32}"/>
          </ac:graphicFrameMkLst>
        </pc:graphicFrameChg>
        <pc:picChg chg="add mod">
          <ac:chgData name="Jakob Foersom (JFO.ZBC - Timelærer Kat. II - RIAH - ZBC)" userId="a854aa3e-935c-420f-a472-e4dc80d2c4bc" providerId="ADAL" clId="{D1642147-0299-46B6-9074-3489EE067615}" dt="2025-10-30T11:40:57.777" v="4403" actId="26606"/>
          <ac:picMkLst>
            <pc:docMk/>
            <pc:sldMk cId="1020376372" sldId="274"/>
            <ac:picMk id="9" creationId="{0133FB15-3006-9818-5EC0-2E4AC64312BA}"/>
          </ac:picMkLst>
        </pc:picChg>
      </pc:sldChg>
      <pc:sldChg chg="addSp delSp modSp new mod setBg modNotesTx">
        <pc:chgData name="Jakob Foersom (JFO.ZBC - Timelærer Kat. II - RIAH - ZBC)" userId="a854aa3e-935c-420f-a472-e4dc80d2c4bc" providerId="ADAL" clId="{D1642147-0299-46B6-9074-3489EE067615}" dt="2025-11-04T13:00:29.882" v="12952" actId="1076"/>
        <pc:sldMkLst>
          <pc:docMk/>
          <pc:sldMk cId="1856356016" sldId="275"/>
        </pc:sldMkLst>
        <pc:spChg chg="mod">
          <ac:chgData name="Jakob Foersom (JFO.ZBC - Timelærer Kat. II - RIAH - ZBC)" userId="a854aa3e-935c-420f-a472-e4dc80d2c4bc" providerId="ADAL" clId="{D1642147-0299-46B6-9074-3489EE067615}" dt="2025-10-31T09:29:16.890" v="6594" actId="26606"/>
          <ac:spMkLst>
            <pc:docMk/>
            <pc:sldMk cId="1856356016" sldId="275"/>
            <ac:spMk id="2" creationId="{6780858D-BD12-DBEB-23A5-E068A1ED7C27}"/>
          </ac:spMkLst>
        </pc:spChg>
        <pc:spChg chg="add">
          <ac:chgData name="Jakob Foersom (JFO.ZBC - Timelærer Kat. II - RIAH - ZBC)" userId="a854aa3e-935c-420f-a472-e4dc80d2c4bc" providerId="ADAL" clId="{D1642147-0299-46B6-9074-3489EE067615}" dt="2025-10-31T09:29:16.890" v="6594" actId="26606"/>
          <ac:spMkLst>
            <pc:docMk/>
            <pc:sldMk cId="1856356016" sldId="275"/>
            <ac:spMk id="19" creationId="{15F33878-D502-4FFA-8ACE-F2AECDB2A23F}"/>
          </ac:spMkLst>
        </pc:spChg>
        <pc:spChg chg="add">
          <ac:chgData name="Jakob Foersom (JFO.ZBC - Timelærer Kat. II - RIAH - ZBC)" userId="a854aa3e-935c-420f-a472-e4dc80d2c4bc" providerId="ADAL" clId="{D1642147-0299-46B6-9074-3489EE067615}" dt="2025-10-31T09:29:16.890" v="6594" actId="26606"/>
          <ac:spMkLst>
            <pc:docMk/>
            <pc:sldMk cId="1856356016" sldId="275"/>
            <ac:spMk id="20" creationId="{2151139A-886F-4B97-8815-729AD3831BBD}"/>
          </ac:spMkLst>
        </pc:spChg>
        <pc:spChg chg="add">
          <ac:chgData name="Jakob Foersom (JFO.ZBC - Timelærer Kat. II - RIAH - ZBC)" userId="a854aa3e-935c-420f-a472-e4dc80d2c4bc" providerId="ADAL" clId="{D1642147-0299-46B6-9074-3489EE067615}" dt="2025-10-31T09:29:16.890" v="6594" actId="26606"/>
          <ac:spMkLst>
            <pc:docMk/>
            <pc:sldMk cId="1856356016" sldId="275"/>
            <ac:spMk id="21" creationId="{977ACDD7-882D-4B81-A213-84C82B96B01E}"/>
          </ac:spMkLst>
        </pc:spChg>
        <pc:spChg chg="add">
          <ac:chgData name="Jakob Foersom (JFO.ZBC - Timelærer Kat. II - RIAH - ZBC)" userId="a854aa3e-935c-420f-a472-e4dc80d2c4bc" providerId="ADAL" clId="{D1642147-0299-46B6-9074-3489EE067615}" dt="2025-10-31T09:29:16.890" v="6594" actId="26606"/>
          <ac:spMkLst>
            <pc:docMk/>
            <pc:sldMk cId="1856356016" sldId="275"/>
            <ac:spMk id="22" creationId="{AB5E08C4-8CDD-4623-A5B8-E998C6DEE3B7}"/>
          </ac:spMkLst>
        </pc:spChg>
        <pc:spChg chg="add">
          <ac:chgData name="Jakob Foersom (JFO.ZBC - Timelærer Kat. II - RIAH - ZBC)" userId="a854aa3e-935c-420f-a472-e4dc80d2c4bc" providerId="ADAL" clId="{D1642147-0299-46B6-9074-3489EE067615}" dt="2025-10-31T09:29:16.890" v="6594" actId="26606"/>
          <ac:spMkLst>
            <pc:docMk/>
            <pc:sldMk cId="1856356016" sldId="275"/>
            <ac:spMk id="23" creationId="{AFFC87AC-C919-4FE5-BAC3-39509E001152}"/>
          </ac:spMkLst>
        </pc:spChg>
        <pc:spChg chg="add">
          <ac:chgData name="Jakob Foersom (JFO.ZBC - Timelærer Kat. II - RIAH - ZBC)" userId="a854aa3e-935c-420f-a472-e4dc80d2c4bc" providerId="ADAL" clId="{D1642147-0299-46B6-9074-3489EE067615}" dt="2025-10-31T09:29:16.890" v="6594" actId="26606"/>
          <ac:spMkLst>
            <pc:docMk/>
            <pc:sldMk cId="1856356016" sldId="275"/>
            <ac:spMk id="24" creationId="{7D0659F6-0853-468D-B1B2-44FDBE98B80F}"/>
          </ac:spMkLst>
        </pc:spChg>
        <pc:picChg chg="add mod ord">
          <ac:chgData name="Jakob Foersom (JFO.ZBC - Timelærer Kat. II - RIAH - ZBC)" userId="a854aa3e-935c-420f-a472-e4dc80d2c4bc" providerId="ADAL" clId="{D1642147-0299-46B6-9074-3489EE067615}" dt="2025-11-04T13:00:27.435" v="12951" actId="1076"/>
          <ac:picMkLst>
            <pc:docMk/>
            <pc:sldMk cId="1856356016" sldId="275"/>
            <ac:picMk id="4" creationId="{83C016AF-1B7E-7837-6388-03CD35FC5554}"/>
          </ac:picMkLst>
        </pc:picChg>
        <pc:picChg chg="add mod ord">
          <ac:chgData name="Jakob Foersom (JFO.ZBC - Timelærer Kat. II - RIAH - ZBC)" userId="a854aa3e-935c-420f-a472-e4dc80d2c4bc" providerId="ADAL" clId="{D1642147-0299-46B6-9074-3489EE067615}" dt="2025-11-04T13:00:29.882" v="12952" actId="1076"/>
          <ac:picMkLst>
            <pc:docMk/>
            <pc:sldMk cId="1856356016" sldId="275"/>
            <ac:picMk id="6" creationId="{A5A706EA-4908-FB00-BA7E-D94C04F6A6CA}"/>
          </ac:picMkLst>
        </pc:picChg>
      </pc:sldChg>
      <pc:sldChg chg="modSp new mod ord modShow">
        <pc:chgData name="Jakob Foersom (JFO.ZBC - Timelærer Kat. II - RIAH - ZBC)" userId="a854aa3e-935c-420f-a472-e4dc80d2c4bc" providerId="ADAL" clId="{D1642147-0299-46B6-9074-3489EE067615}" dt="2025-11-10T08:17:10.384" v="14820" actId="729"/>
        <pc:sldMkLst>
          <pc:docMk/>
          <pc:sldMk cId="1973454976" sldId="276"/>
        </pc:sldMkLst>
        <pc:spChg chg="mod">
          <ac:chgData name="Jakob Foersom (JFO.ZBC - Timelærer Kat. II - RIAH - ZBC)" userId="a854aa3e-935c-420f-a472-e4dc80d2c4bc" providerId="ADAL" clId="{D1642147-0299-46B6-9074-3489EE067615}" dt="2025-10-31T08:09:27.086" v="5005" actId="20577"/>
          <ac:spMkLst>
            <pc:docMk/>
            <pc:sldMk cId="1973454976" sldId="276"/>
            <ac:spMk id="2" creationId="{9ED6E4A8-F966-83E0-FA2E-C0698DE79E26}"/>
          </ac:spMkLst>
        </pc:spChg>
      </pc:sldChg>
      <pc:sldChg chg="addSp delSp modSp new mod setBg modNotesTx">
        <pc:chgData name="Jakob Foersom (JFO.ZBC - Timelærer Kat. II - RIAH - ZBC)" userId="a854aa3e-935c-420f-a472-e4dc80d2c4bc" providerId="ADAL" clId="{D1642147-0299-46B6-9074-3489EE067615}" dt="2025-10-31T09:29:08.053" v="6591" actId="26606"/>
        <pc:sldMkLst>
          <pc:docMk/>
          <pc:sldMk cId="3556884474" sldId="277"/>
        </pc:sldMkLst>
        <pc:spChg chg="mod">
          <ac:chgData name="Jakob Foersom (JFO.ZBC - Timelærer Kat. II - RIAH - ZBC)" userId="a854aa3e-935c-420f-a472-e4dc80d2c4bc" providerId="ADAL" clId="{D1642147-0299-46B6-9074-3489EE067615}" dt="2025-10-31T09:29:08.053" v="6591" actId="26606"/>
          <ac:spMkLst>
            <pc:docMk/>
            <pc:sldMk cId="3556884474" sldId="277"/>
            <ac:spMk id="2" creationId="{0760EF0D-0025-ECDA-495F-8C69C83B6571}"/>
          </ac:spMkLst>
        </pc:spChg>
        <pc:spChg chg="mod">
          <ac:chgData name="Jakob Foersom (JFO.ZBC - Timelærer Kat. II - RIAH - ZBC)" userId="a854aa3e-935c-420f-a472-e4dc80d2c4bc" providerId="ADAL" clId="{D1642147-0299-46B6-9074-3489EE067615}" dt="2025-10-31T09:29:08.053" v="6591" actId="26606"/>
          <ac:spMkLst>
            <pc:docMk/>
            <pc:sldMk cId="3556884474" sldId="277"/>
            <ac:spMk id="4" creationId="{DDC94B27-403E-0BF5-B909-549733E4E1FE}"/>
          </ac:spMkLst>
        </pc:spChg>
        <pc:spChg chg="add">
          <ac:chgData name="Jakob Foersom (JFO.ZBC - Timelærer Kat. II - RIAH - ZBC)" userId="a854aa3e-935c-420f-a472-e4dc80d2c4bc" providerId="ADAL" clId="{D1642147-0299-46B6-9074-3489EE067615}" dt="2025-10-31T09:29:08.053" v="6591" actId="26606"/>
          <ac:spMkLst>
            <pc:docMk/>
            <pc:sldMk cId="3556884474" sldId="277"/>
            <ac:spMk id="11" creationId="{C4285719-470E-454C-AF62-8323075F1F5B}"/>
          </ac:spMkLst>
        </pc:spChg>
        <pc:spChg chg="add">
          <ac:chgData name="Jakob Foersom (JFO.ZBC - Timelærer Kat. II - RIAH - ZBC)" userId="a854aa3e-935c-420f-a472-e4dc80d2c4bc" providerId="ADAL" clId="{D1642147-0299-46B6-9074-3489EE067615}" dt="2025-10-31T09:29:08.053" v="6591" actId="26606"/>
          <ac:spMkLst>
            <pc:docMk/>
            <pc:sldMk cId="3556884474" sldId="277"/>
            <ac:spMk id="13" creationId="{CD9FE4EF-C4D8-49A0-B2FF-81D8DB7D8A24}"/>
          </ac:spMkLst>
        </pc:spChg>
        <pc:spChg chg="add">
          <ac:chgData name="Jakob Foersom (JFO.ZBC - Timelærer Kat. II - RIAH - ZBC)" userId="a854aa3e-935c-420f-a472-e4dc80d2c4bc" providerId="ADAL" clId="{D1642147-0299-46B6-9074-3489EE067615}" dt="2025-10-31T09:29:08.053" v="6591" actId="26606"/>
          <ac:spMkLst>
            <pc:docMk/>
            <pc:sldMk cId="3556884474" sldId="277"/>
            <ac:spMk id="15" creationId="{4300840D-0A0B-4512-BACA-B439D5B9C57C}"/>
          </ac:spMkLst>
        </pc:spChg>
        <pc:spChg chg="add">
          <ac:chgData name="Jakob Foersom (JFO.ZBC - Timelærer Kat. II - RIAH - ZBC)" userId="a854aa3e-935c-420f-a472-e4dc80d2c4bc" providerId="ADAL" clId="{D1642147-0299-46B6-9074-3489EE067615}" dt="2025-10-31T09:29:08.053" v="6591" actId="26606"/>
          <ac:spMkLst>
            <pc:docMk/>
            <pc:sldMk cId="3556884474" sldId="277"/>
            <ac:spMk id="17" creationId="{D2B78728-A580-49A7-84F9-6EF6F583ADE0}"/>
          </ac:spMkLst>
        </pc:spChg>
        <pc:spChg chg="add">
          <ac:chgData name="Jakob Foersom (JFO.ZBC - Timelærer Kat. II - RIAH - ZBC)" userId="a854aa3e-935c-420f-a472-e4dc80d2c4bc" providerId="ADAL" clId="{D1642147-0299-46B6-9074-3489EE067615}" dt="2025-10-31T09:29:08.053" v="6591" actId="26606"/>
          <ac:spMkLst>
            <pc:docMk/>
            <pc:sldMk cId="3556884474" sldId="277"/>
            <ac:spMk id="19" creationId="{38FAA1A1-D861-433F-88FA-1E9D6FD31D11}"/>
          </ac:spMkLst>
        </pc:spChg>
        <pc:spChg chg="add">
          <ac:chgData name="Jakob Foersom (JFO.ZBC - Timelærer Kat. II - RIAH - ZBC)" userId="a854aa3e-935c-420f-a472-e4dc80d2c4bc" providerId="ADAL" clId="{D1642147-0299-46B6-9074-3489EE067615}" dt="2025-10-31T09:29:08.053" v="6591" actId="26606"/>
          <ac:spMkLst>
            <pc:docMk/>
            <pc:sldMk cId="3556884474" sldId="277"/>
            <ac:spMk id="21" creationId="{8D71EDA1-87BF-4D5D-AB79-F346FD19278A}"/>
          </ac:spMkLst>
        </pc:spChg>
        <pc:picChg chg="add mod ord">
          <ac:chgData name="Jakob Foersom (JFO.ZBC - Timelærer Kat. II - RIAH - ZBC)" userId="a854aa3e-935c-420f-a472-e4dc80d2c4bc" providerId="ADAL" clId="{D1642147-0299-46B6-9074-3489EE067615}" dt="2025-10-31T09:29:08.053" v="6591" actId="26606"/>
          <ac:picMkLst>
            <pc:docMk/>
            <pc:sldMk cId="3556884474" sldId="277"/>
            <ac:picMk id="6" creationId="{4866CC13-6216-FE3A-E0D0-95E2C5DD6EF2}"/>
          </ac:picMkLst>
        </pc:picChg>
      </pc:sldChg>
      <pc:sldChg chg="addSp delSp modSp new mod setBg modNotesTx">
        <pc:chgData name="Jakob Foersom (JFO.ZBC - Timelærer Kat. II - RIAH - ZBC)" userId="a854aa3e-935c-420f-a472-e4dc80d2c4bc" providerId="ADAL" clId="{D1642147-0299-46B6-9074-3489EE067615}" dt="2025-10-31T09:29:03.977" v="6590" actId="26606"/>
        <pc:sldMkLst>
          <pc:docMk/>
          <pc:sldMk cId="592059662" sldId="278"/>
        </pc:sldMkLst>
        <pc:spChg chg="add del mod">
          <ac:chgData name="Jakob Foersom (JFO.ZBC - Timelærer Kat. II - RIAH - ZBC)" userId="a854aa3e-935c-420f-a472-e4dc80d2c4bc" providerId="ADAL" clId="{D1642147-0299-46B6-9074-3489EE067615}" dt="2025-10-31T09:29:03.977" v="6590" actId="26606"/>
          <ac:spMkLst>
            <pc:docMk/>
            <pc:sldMk cId="592059662" sldId="278"/>
            <ac:spMk id="2" creationId="{2D8F6A25-B9E8-66DE-CCD1-C7247891A80A}"/>
          </ac:spMkLst>
        </pc:spChg>
        <pc:spChg chg="add del mod">
          <ac:chgData name="Jakob Foersom (JFO.ZBC - Timelærer Kat. II - RIAH - ZBC)" userId="a854aa3e-935c-420f-a472-e4dc80d2c4bc" providerId="ADAL" clId="{D1642147-0299-46B6-9074-3489EE067615}" dt="2025-10-31T09:29:03.977" v="6590" actId="26606"/>
          <ac:spMkLst>
            <pc:docMk/>
            <pc:sldMk cId="592059662" sldId="278"/>
            <ac:spMk id="3" creationId="{E69DF375-FE75-87E0-9173-184D2B357BBB}"/>
          </ac:spMkLst>
        </pc:spChg>
        <pc:spChg chg="add">
          <ac:chgData name="Jakob Foersom (JFO.ZBC - Timelærer Kat. II - RIAH - ZBC)" userId="a854aa3e-935c-420f-a472-e4dc80d2c4bc" providerId="ADAL" clId="{D1642147-0299-46B6-9074-3489EE067615}" dt="2025-10-31T09:29:03.977" v="6590" actId="26606"/>
          <ac:spMkLst>
            <pc:docMk/>
            <pc:sldMk cId="592059662" sldId="278"/>
            <ac:spMk id="20" creationId="{A8384FB5-9ADC-4DDC-881B-597D56F5B15D}"/>
          </ac:spMkLst>
        </pc:spChg>
        <pc:spChg chg="add">
          <ac:chgData name="Jakob Foersom (JFO.ZBC - Timelærer Kat. II - RIAH - ZBC)" userId="a854aa3e-935c-420f-a472-e4dc80d2c4bc" providerId="ADAL" clId="{D1642147-0299-46B6-9074-3489EE067615}" dt="2025-10-31T09:29:03.977" v="6590" actId="26606"/>
          <ac:spMkLst>
            <pc:docMk/>
            <pc:sldMk cId="592059662" sldId="278"/>
            <ac:spMk id="22" creationId="{91E5A9A7-95C6-4F4F-B00E-C82E07FE62EF}"/>
          </ac:spMkLst>
        </pc:spChg>
        <pc:spChg chg="add">
          <ac:chgData name="Jakob Foersom (JFO.ZBC - Timelærer Kat. II - RIAH - ZBC)" userId="a854aa3e-935c-420f-a472-e4dc80d2c4bc" providerId="ADAL" clId="{D1642147-0299-46B6-9074-3489EE067615}" dt="2025-10-31T09:29:03.977" v="6590" actId="26606"/>
          <ac:spMkLst>
            <pc:docMk/>
            <pc:sldMk cId="592059662" sldId="278"/>
            <ac:spMk id="24" creationId="{D07DD2DE-F619-49DD-B5E7-03A290FF4ED1}"/>
          </ac:spMkLst>
        </pc:spChg>
        <pc:spChg chg="add">
          <ac:chgData name="Jakob Foersom (JFO.ZBC - Timelærer Kat. II - RIAH - ZBC)" userId="a854aa3e-935c-420f-a472-e4dc80d2c4bc" providerId="ADAL" clId="{D1642147-0299-46B6-9074-3489EE067615}" dt="2025-10-31T09:29:03.977" v="6590" actId="26606"/>
          <ac:spMkLst>
            <pc:docMk/>
            <pc:sldMk cId="592059662" sldId="278"/>
            <ac:spMk id="26" creationId="{85149191-5F60-4A28-AAFF-039F96B0F3EC}"/>
          </ac:spMkLst>
        </pc:spChg>
        <pc:spChg chg="add">
          <ac:chgData name="Jakob Foersom (JFO.ZBC - Timelærer Kat. II - RIAH - ZBC)" userId="a854aa3e-935c-420f-a472-e4dc80d2c4bc" providerId="ADAL" clId="{D1642147-0299-46B6-9074-3489EE067615}" dt="2025-10-31T09:29:03.977" v="6590" actId="26606"/>
          <ac:spMkLst>
            <pc:docMk/>
            <pc:sldMk cId="592059662" sldId="278"/>
            <ac:spMk id="28" creationId="{F8260ED5-17F7-4158-B241-D51DD4CF1B7E}"/>
          </ac:spMkLst>
        </pc:spChg>
        <pc:picChg chg="add mod ord">
          <ac:chgData name="Jakob Foersom (JFO.ZBC - Timelærer Kat. II - RIAH - ZBC)" userId="a854aa3e-935c-420f-a472-e4dc80d2c4bc" providerId="ADAL" clId="{D1642147-0299-46B6-9074-3489EE067615}" dt="2025-10-31T09:29:03.977" v="6590" actId="26606"/>
          <ac:picMkLst>
            <pc:docMk/>
            <pc:sldMk cId="592059662" sldId="278"/>
            <ac:picMk id="15" creationId="{56A211FF-EF14-2D7C-8790-D31EC0397E49}"/>
          </ac:picMkLst>
        </pc:picChg>
      </pc:sldChg>
      <pc:sldChg chg="addSp delSp modSp new mod setBg">
        <pc:chgData name="Jakob Foersom (JFO.ZBC - Timelærer Kat. II - RIAH - ZBC)" userId="a854aa3e-935c-420f-a472-e4dc80d2c4bc" providerId="ADAL" clId="{D1642147-0299-46B6-9074-3489EE067615}" dt="2025-10-31T08:54:09.740" v="6589" actId="26606"/>
        <pc:sldMkLst>
          <pc:docMk/>
          <pc:sldMk cId="3191248897" sldId="279"/>
        </pc:sldMkLst>
        <pc:spChg chg="mod">
          <ac:chgData name="Jakob Foersom (JFO.ZBC - Timelærer Kat. II - RIAH - ZBC)" userId="a854aa3e-935c-420f-a472-e4dc80d2c4bc" providerId="ADAL" clId="{D1642147-0299-46B6-9074-3489EE067615}" dt="2025-10-31T08:54:09.740" v="6589" actId="26606"/>
          <ac:spMkLst>
            <pc:docMk/>
            <pc:sldMk cId="3191248897" sldId="279"/>
            <ac:spMk id="2" creationId="{59BE6507-434E-77AE-781B-922C8D39EC08}"/>
          </ac:spMkLst>
        </pc:spChg>
        <pc:spChg chg="mod">
          <ac:chgData name="Jakob Foersom (JFO.ZBC - Timelærer Kat. II - RIAH - ZBC)" userId="a854aa3e-935c-420f-a472-e4dc80d2c4bc" providerId="ADAL" clId="{D1642147-0299-46B6-9074-3489EE067615}" dt="2025-10-31T08:54:09.740" v="6589" actId="26606"/>
          <ac:spMkLst>
            <pc:docMk/>
            <pc:sldMk cId="3191248897" sldId="279"/>
            <ac:spMk id="3" creationId="{5DC9BCA7-7375-AE30-F9A8-E754B1A9E833}"/>
          </ac:spMkLst>
        </pc:spChg>
        <pc:spChg chg="add">
          <ac:chgData name="Jakob Foersom (JFO.ZBC - Timelærer Kat. II - RIAH - ZBC)" userId="a854aa3e-935c-420f-a472-e4dc80d2c4bc" providerId="ADAL" clId="{D1642147-0299-46B6-9074-3489EE067615}" dt="2025-10-31T08:54:09.740" v="6589" actId="26606"/>
          <ac:spMkLst>
            <pc:docMk/>
            <pc:sldMk cId="3191248897" sldId="279"/>
            <ac:spMk id="10" creationId="{F13C74B1-5B17-4795-BED0-7140497B445A}"/>
          </ac:spMkLst>
        </pc:spChg>
        <pc:spChg chg="add">
          <ac:chgData name="Jakob Foersom (JFO.ZBC - Timelærer Kat. II - RIAH - ZBC)" userId="a854aa3e-935c-420f-a472-e4dc80d2c4bc" providerId="ADAL" clId="{D1642147-0299-46B6-9074-3489EE067615}" dt="2025-10-31T08:54:09.740" v="6589" actId="26606"/>
          <ac:spMkLst>
            <pc:docMk/>
            <pc:sldMk cId="3191248897" sldId="279"/>
            <ac:spMk id="12" creationId="{D4974D33-8DC5-464E-8C6D-BE58F0669C17}"/>
          </ac:spMkLst>
        </pc:spChg>
        <pc:picChg chg="add mod">
          <ac:chgData name="Jakob Foersom (JFO.ZBC - Timelærer Kat. II - RIAH - ZBC)" userId="a854aa3e-935c-420f-a472-e4dc80d2c4bc" providerId="ADAL" clId="{D1642147-0299-46B6-9074-3489EE067615}" dt="2025-10-31T08:54:09.740" v="6589" actId="26606"/>
          <ac:picMkLst>
            <pc:docMk/>
            <pc:sldMk cId="3191248897" sldId="279"/>
            <ac:picMk id="5" creationId="{70413344-9C07-B03D-8B28-605661D867C6}"/>
          </ac:picMkLst>
        </pc:picChg>
      </pc:sldChg>
      <pc:sldChg chg="addSp delSp modSp new mod setBg modNotesTx">
        <pc:chgData name="Jakob Foersom (JFO.ZBC - Timelærer Kat. II - RIAH - ZBC)" userId="a854aa3e-935c-420f-a472-e4dc80d2c4bc" providerId="ADAL" clId="{D1642147-0299-46B6-9074-3489EE067615}" dt="2025-11-11T07:13:12.082" v="18321" actId="20577"/>
        <pc:sldMkLst>
          <pc:docMk/>
          <pc:sldMk cId="778714621" sldId="280"/>
        </pc:sldMkLst>
        <pc:spChg chg="mod">
          <ac:chgData name="Jakob Foersom (JFO.ZBC - Timelærer Kat. II - RIAH - ZBC)" userId="a854aa3e-935c-420f-a472-e4dc80d2c4bc" providerId="ADAL" clId="{D1642147-0299-46B6-9074-3489EE067615}" dt="2025-11-03T07:53:35.445" v="6842" actId="26606"/>
          <ac:spMkLst>
            <pc:docMk/>
            <pc:sldMk cId="778714621" sldId="280"/>
            <ac:spMk id="2" creationId="{95F6272E-5D6C-8C78-D99D-1396C457AF1A}"/>
          </ac:spMkLst>
        </pc:spChg>
        <pc:spChg chg="mod">
          <ac:chgData name="Jakob Foersom (JFO.ZBC - Timelærer Kat. II - RIAH - ZBC)" userId="a854aa3e-935c-420f-a472-e4dc80d2c4bc" providerId="ADAL" clId="{D1642147-0299-46B6-9074-3489EE067615}" dt="2025-11-03T07:53:35.445" v="6842" actId="26606"/>
          <ac:spMkLst>
            <pc:docMk/>
            <pc:sldMk cId="778714621" sldId="280"/>
            <ac:spMk id="3" creationId="{2BBD928B-F3F1-B5EA-3578-B4F97A708D00}"/>
          </ac:spMkLst>
        </pc:spChg>
        <pc:spChg chg="add">
          <ac:chgData name="Jakob Foersom (JFO.ZBC - Timelærer Kat. II - RIAH - ZBC)" userId="a854aa3e-935c-420f-a472-e4dc80d2c4bc" providerId="ADAL" clId="{D1642147-0299-46B6-9074-3489EE067615}" dt="2025-11-03T07:53:35.445" v="6842" actId="26606"/>
          <ac:spMkLst>
            <pc:docMk/>
            <pc:sldMk cId="778714621" sldId="280"/>
            <ac:spMk id="11" creationId="{32AEEBC8-9D30-42EF-95F2-386C2653FBF0}"/>
          </ac:spMkLst>
        </pc:spChg>
        <pc:spChg chg="add">
          <ac:chgData name="Jakob Foersom (JFO.ZBC - Timelærer Kat. II - RIAH - ZBC)" userId="a854aa3e-935c-420f-a472-e4dc80d2c4bc" providerId="ADAL" clId="{D1642147-0299-46B6-9074-3489EE067615}" dt="2025-11-03T07:53:35.445" v="6842" actId="26606"/>
          <ac:spMkLst>
            <pc:docMk/>
            <pc:sldMk cId="778714621" sldId="280"/>
            <ac:spMk id="13" creationId="{2E92FA66-67D7-4CB4-94D3-E643A9AD4757}"/>
          </ac:spMkLst>
        </pc:spChg>
        <pc:picChg chg="add mod ord">
          <ac:chgData name="Jakob Foersom (JFO.ZBC - Timelærer Kat. II - RIAH - ZBC)" userId="a854aa3e-935c-420f-a472-e4dc80d2c4bc" providerId="ADAL" clId="{D1642147-0299-46B6-9074-3489EE067615}" dt="2025-11-03T07:53:35.445" v="6842" actId="26606"/>
          <ac:picMkLst>
            <pc:docMk/>
            <pc:sldMk cId="778714621" sldId="280"/>
            <ac:picMk id="6" creationId="{B59160B4-326B-661D-DAC7-9D9DDE3A80CA}"/>
          </ac:picMkLst>
        </pc:picChg>
      </pc:sldChg>
      <pc:sldChg chg="addSp delSp modSp new mod ord modNotesTx">
        <pc:chgData name="Jakob Foersom (JFO.ZBC - Timelærer Kat. II - RIAH - ZBC)" userId="a854aa3e-935c-420f-a472-e4dc80d2c4bc" providerId="ADAL" clId="{D1642147-0299-46B6-9074-3489EE067615}" dt="2025-11-12T07:44:17.476" v="18439" actId="20577"/>
        <pc:sldMkLst>
          <pc:docMk/>
          <pc:sldMk cId="3418429271" sldId="281"/>
        </pc:sldMkLst>
        <pc:spChg chg="mod">
          <ac:chgData name="Jakob Foersom (JFO.ZBC - Timelærer Kat. II - RIAH - ZBC)" userId="a854aa3e-935c-420f-a472-e4dc80d2c4bc" providerId="ADAL" clId="{D1642147-0299-46B6-9074-3489EE067615}" dt="2025-11-03T09:21:51.922" v="8464" actId="20577"/>
          <ac:spMkLst>
            <pc:docMk/>
            <pc:sldMk cId="3418429271" sldId="281"/>
            <ac:spMk id="2" creationId="{07FBD807-1134-6B98-0DF5-7261D5348CC9}"/>
          </ac:spMkLst>
        </pc:spChg>
        <pc:spChg chg="add mod">
          <ac:chgData name="Jakob Foersom (JFO.ZBC - Timelærer Kat. II - RIAH - ZBC)" userId="a854aa3e-935c-420f-a472-e4dc80d2c4bc" providerId="ADAL" clId="{D1642147-0299-46B6-9074-3489EE067615}" dt="2025-11-11T07:15:47.430" v="18322" actId="313"/>
          <ac:spMkLst>
            <pc:docMk/>
            <pc:sldMk cId="3418429271" sldId="281"/>
            <ac:spMk id="23" creationId="{BC026C04-28E2-E6B0-4E12-31DC7DF06365}"/>
          </ac:spMkLst>
        </pc:spChg>
        <pc:spChg chg="add mod">
          <ac:chgData name="Jakob Foersom (JFO.ZBC - Timelærer Kat. II - RIAH - ZBC)" userId="a854aa3e-935c-420f-a472-e4dc80d2c4bc" providerId="ADAL" clId="{D1642147-0299-46B6-9074-3489EE067615}" dt="2025-11-06T10:03:27.343" v="14718" actId="20577"/>
          <ac:spMkLst>
            <pc:docMk/>
            <pc:sldMk cId="3418429271" sldId="281"/>
            <ac:spMk id="24" creationId="{E462A064-613C-9C66-177A-A42244B4E0FC}"/>
          </ac:spMkLst>
        </pc:spChg>
        <pc:graphicFrameChg chg="add mod ord modGraphic">
          <ac:chgData name="Jakob Foersom (JFO.ZBC - Timelærer Kat. II - RIAH - ZBC)" userId="a854aa3e-935c-420f-a472-e4dc80d2c4bc" providerId="ADAL" clId="{D1642147-0299-46B6-9074-3489EE067615}" dt="2025-11-06T09:52:20.660" v="14115" actId="20577"/>
          <ac:graphicFrameMkLst>
            <pc:docMk/>
            <pc:sldMk cId="3418429271" sldId="281"/>
            <ac:graphicFrameMk id="19" creationId="{FD1D79C0-787D-5D16-C237-8A533C6B27B1}"/>
          </ac:graphicFrameMkLst>
        </pc:graphicFrameChg>
        <pc:graphicFrameChg chg="add mod ord modGraphic">
          <ac:chgData name="Jakob Foersom (JFO.ZBC - Timelærer Kat. II - RIAH - ZBC)" userId="a854aa3e-935c-420f-a472-e4dc80d2c4bc" providerId="ADAL" clId="{D1642147-0299-46B6-9074-3489EE067615}" dt="2025-11-06T09:57:00.405" v="14230" actId="20577"/>
          <ac:graphicFrameMkLst>
            <pc:docMk/>
            <pc:sldMk cId="3418429271" sldId="281"/>
            <ac:graphicFrameMk id="22" creationId="{826AD0C9-6BA0-C08D-6F17-C711D4B23E6F}"/>
          </ac:graphicFrameMkLst>
        </pc:graphicFrameChg>
      </pc:sldChg>
      <pc:sldChg chg="addSp delSp modSp add mod ord setBg delDesignElem modNotesTx">
        <pc:chgData name="Jakob Foersom (JFO.ZBC - Timelærer Kat. II - RIAH - ZBC)" userId="a854aa3e-935c-420f-a472-e4dc80d2c4bc" providerId="ADAL" clId="{D1642147-0299-46B6-9074-3489EE067615}" dt="2025-11-03T15:14:45.607" v="11128"/>
        <pc:sldMkLst>
          <pc:docMk/>
          <pc:sldMk cId="2351263985" sldId="282"/>
        </pc:sldMkLst>
        <pc:spChg chg="mod">
          <ac:chgData name="Jakob Foersom (JFO.ZBC - Timelærer Kat. II - RIAH - ZBC)" userId="a854aa3e-935c-420f-a472-e4dc80d2c4bc" providerId="ADAL" clId="{D1642147-0299-46B6-9074-3489EE067615}" dt="2025-11-03T15:14:45.607" v="11128"/>
          <ac:spMkLst>
            <pc:docMk/>
            <pc:sldMk cId="2351263985" sldId="282"/>
            <ac:spMk id="3" creationId="{D1D7BB0E-8A72-225D-2682-03BFCED93DFC}"/>
          </ac:spMkLst>
        </pc:spChg>
        <pc:picChg chg="add mod">
          <ac:chgData name="Jakob Foersom (JFO.ZBC - Timelærer Kat. II - RIAH - ZBC)" userId="a854aa3e-935c-420f-a472-e4dc80d2c4bc" providerId="ADAL" clId="{D1642147-0299-46B6-9074-3489EE067615}" dt="2025-11-03T09:17:13.536" v="8119"/>
          <ac:picMkLst>
            <pc:docMk/>
            <pc:sldMk cId="2351263985" sldId="282"/>
            <ac:picMk id="1026" creationId="{37F9CBF3-E009-1191-C3DA-24298D316B9D}"/>
          </ac:picMkLst>
        </pc:picChg>
      </pc:sldChg>
      <pc:sldChg chg="addSp modSp new mod setBg">
        <pc:chgData name="Jakob Foersom (JFO.ZBC - Timelærer Kat. II - RIAH - ZBC)" userId="a854aa3e-935c-420f-a472-e4dc80d2c4bc" providerId="ADAL" clId="{D1642147-0299-46B6-9074-3489EE067615}" dt="2025-11-10T10:02:37.373" v="15014" actId="26606"/>
        <pc:sldMkLst>
          <pc:docMk/>
          <pc:sldMk cId="1270590787" sldId="283"/>
        </pc:sldMkLst>
        <pc:spChg chg="mod">
          <ac:chgData name="Jakob Foersom (JFO.ZBC - Timelærer Kat. II - RIAH - ZBC)" userId="a854aa3e-935c-420f-a472-e4dc80d2c4bc" providerId="ADAL" clId="{D1642147-0299-46B6-9074-3489EE067615}" dt="2025-11-10T10:02:37.373" v="15014" actId="26606"/>
          <ac:spMkLst>
            <pc:docMk/>
            <pc:sldMk cId="1270590787" sldId="283"/>
            <ac:spMk id="2" creationId="{77EEB128-8426-67E9-7623-DC0DF9B7CDF7}"/>
          </ac:spMkLst>
        </pc:spChg>
        <pc:spChg chg="mod">
          <ac:chgData name="Jakob Foersom (JFO.ZBC - Timelærer Kat. II - RIAH - ZBC)" userId="a854aa3e-935c-420f-a472-e4dc80d2c4bc" providerId="ADAL" clId="{D1642147-0299-46B6-9074-3489EE067615}" dt="2025-11-10T10:02:37.373" v="15014" actId="26606"/>
          <ac:spMkLst>
            <pc:docMk/>
            <pc:sldMk cId="1270590787" sldId="283"/>
            <ac:spMk id="3" creationId="{2D7B6357-BFB9-EEC7-3528-0CE1CF62A331}"/>
          </ac:spMkLst>
        </pc:spChg>
        <pc:spChg chg="mod">
          <ac:chgData name="Jakob Foersom (JFO.ZBC - Timelærer Kat. II - RIAH - ZBC)" userId="a854aa3e-935c-420f-a472-e4dc80d2c4bc" providerId="ADAL" clId="{D1642147-0299-46B6-9074-3489EE067615}" dt="2025-11-10T10:02:37.373" v="15014" actId="26606"/>
          <ac:spMkLst>
            <pc:docMk/>
            <pc:sldMk cId="1270590787" sldId="283"/>
            <ac:spMk id="4" creationId="{4C96E5B8-9F27-2D0F-0672-A8E25F38FAB6}"/>
          </ac:spMkLst>
        </pc:spChg>
        <pc:spChg chg="add">
          <ac:chgData name="Jakob Foersom (JFO.ZBC - Timelærer Kat. II - RIAH - ZBC)" userId="a854aa3e-935c-420f-a472-e4dc80d2c4bc" providerId="ADAL" clId="{D1642147-0299-46B6-9074-3489EE067615}" dt="2025-11-10T10:02:37.373" v="15014" actId="26606"/>
          <ac:spMkLst>
            <pc:docMk/>
            <pc:sldMk cId="1270590787" sldId="283"/>
            <ac:spMk id="9" creationId="{4C608BEB-860E-4094-8511-78603564A75E}"/>
          </ac:spMkLst>
        </pc:spChg>
        <pc:cxnChg chg="add">
          <ac:chgData name="Jakob Foersom (JFO.ZBC - Timelærer Kat. II - RIAH - ZBC)" userId="a854aa3e-935c-420f-a472-e4dc80d2c4bc" providerId="ADAL" clId="{D1642147-0299-46B6-9074-3489EE067615}" dt="2025-11-10T10:02:37.373" v="15014" actId="26606"/>
          <ac:cxnSpMkLst>
            <pc:docMk/>
            <pc:sldMk cId="1270590787" sldId="283"/>
            <ac:cxnSpMk id="11" creationId="{1F16A8D4-FE87-4604-88B2-394B5D1EB437}"/>
          </ac:cxnSpMkLst>
        </pc:cxnChg>
      </pc:sldChg>
      <pc:sldChg chg="addSp modSp new mod setBg">
        <pc:chgData name="Jakob Foersom (JFO.ZBC - Timelærer Kat. II - RIAH - ZBC)" userId="a854aa3e-935c-420f-a472-e4dc80d2c4bc" providerId="ADAL" clId="{D1642147-0299-46B6-9074-3489EE067615}" dt="2025-11-09T14:25:10.877" v="14719" actId="26606"/>
        <pc:sldMkLst>
          <pc:docMk/>
          <pc:sldMk cId="699579367" sldId="284"/>
        </pc:sldMkLst>
        <pc:spChg chg="mod">
          <ac:chgData name="Jakob Foersom (JFO.ZBC - Timelærer Kat. II - RIAH - ZBC)" userId="a854aa3e-935c-420f-a472-e4dc80d2c4bc" providerId="ADAL" clId="{D1642147-0299-46B6-9074-3489EE067615}" dt="2025-11-09T14:25:10.877" v="14719" actId="26606"/>
          <ac:spMkLst>
            <pc:docMk/>
            <pc:sldMk cId="699579367" sldId="284"/>
            <ac:spMk id="2" creationId="{1E0B1742-8419-421E-A60D-B57E90044DB7}"/>
          </ac:spMkLst>
        </pc:spChg>
        <pc:spChg chg="mod">
          <ac:chgData name="Jakob Foersom (JFO.ZBC - Timelærer Kat. II - RIAH - ZBC)" userId="a854aa3e-935c-420f-a472-e4dc80d2c4bc" providerId="ADAL" clId="{D1642147-0299-46B6-9074-3489EE067615}" dt="2025-11-09T14:25:10.877" v="14719" actId="26606"/>
          <ac:spMkLst>
            <pc:docMk/>
            <pc:sldMk cId="699579367" sldId="284"/>
            <ac:spMk id="3" creationId="{F3DAFF5B-CFD1-CB1F-14ED-A3E100A2B014}"/>
          </ac:spMkLst>
        </pc:spChg>
        <pc:spChg chg="mod">
          <ac:chgData name="Jakob Foersom (JFO.ZBC - Timelærer Kat. II - RIAH - ZBC)" userId="a854aa3e-935c-420f-a472-e4dc80d2c4bc" providerId="ADAL" clId="{D1642147-0299-46B6-9074-3489EE067615}" dt="2025-11-09T14:25:10.877" v="14719" actId="26606"/>
          <ac:spMkLst>
            <pc:docMk/>
            <pc:sldMk cId="699579367" sldId="284"/>
            <ac:spMk id="4" creationId="{610EB599-33F1-42A2-9A1E-BFBE9451119A}"/>
          </ac:spMkLst>
        </pc:spChg>
        <pc:spChg chg="add">
          <ac:chgData name="Jakob Foersom (JFO.ZBC - Timelærer Kat. II - RIAH - ZBC)" userId="a854aa3e-935c-420f-a472-e4dc80d2c4bc" providerId="ADAL" clId="{D1642147-0299-46B6-9074-3489EE067615}" dt="2025-11-09T14:25:10.877" v="14719" actId="26606"/>
          <ac:spMkLst>
            <pc:docMk/>
            <pc:sldMk cId="699579367" sldId="284"/>
            <ac:spMk id="9" creationId="{4C608BEB-860E-4094-8511-78603564A75E}"/>
          </ac:spMkLst>
        </pc:spChg>
        <pc:cxnChg chg="add">
          <ac:chgData name="Jakob Foersom (JFO.ZBC - Timelærer Kat. II - RIAH - ZBC)" userId="a854aa3e-935c-420f-a472-e4dc80d2c4bc" providerId="ADAL" clId="{D1642147-0299-46B6-9074-3489EE067615}" dt="2025-11-09T14:25:10.877" v="14719" actId="26606"/>
          <ac:cxnSpMkLst>
            <pc:docMk/>
            <pc:sldMk cId="699579367" sldId="284"/>
            <ac:cxnSpMk id="11" creationId="{1F16A8D4-FE87-4604-88B2-394B5D1EB437}"/>
          </ac:cxnSpMkLst>
        </pc:cxnChg>
      </pc:sldChg>
      <pc:sldChg chg="addSp delSp modSp new mod modNotesTx">
        <pc:chgData name="Jakob Foersom (JFO.ZBC - Timelærer Kat. II - RIAH - ZBC)" userId="a854aa3e-935c-420f-a472-e4dc80d2c4bc" providerId="ADAL" clId="{D1642147-0299-46B6-9074-3489EE067615}" dt="2025-11-03T12:31:46.753" v="10410" actId="20577"/>
        <pc:sldMkLst>
          <pc:docMk/>
          <pc:sldMk cId="503648122" sldId="285"/>
        </pc:sldMkLst>
        <pc:spChg chg="mod">
          <ac:chgData name="Jakob Foersom (JFO.ZBC - Timelærer Kat. II - RIAH - ZBC)" userId="a854aa3e-935c-420f-a472-e4dc80d2c4bc" providerId="ADAL" clId="{D1642147-0299-46B6-9074-3489EE067615}" dt="2025-11-03T12:21:50.379" v="9566" actId="20577"/>
          <ac:spMkLst>
            <pc:docMk/>
            <pc:sldMk cId="503648122" sldId="285"/>
            <ac:spMk id="2" creationId="{299D8E43-1E96-0E27-A870-F94F0C414D2A}"/>
          </ac:spMkLst>
        </pc:spChg>
        <pc:spChg chg="mod">
          <ac:chgData name="Jakob Foersom (JFO.ZBC - Timelærer Kat. II - RIAH - ZBC)" userId="a854aa3e-935c-420f-a472-e4dc80d2c4bc" providerId="ADAL" clId="{D1642147-0299-46B6-9074-3489EE067615}" dt="2025-11-03T12:29:03.492" v="10070" actId="20577"/>
          <ac:spMkLst>
            <pc:docMk/>
            <pc:sldMk cId="503648122" sldId="285"/>
            <ac:spMk id="3" creationId="{9559A4E6-3B09-FB68-82CD-3B1A0E0490AB}"/>
          </ac:spMkLst>
        </pc:spChg>
        <pc:picChg chg="add mod">
          <ac:chgData name="Jakob Foersom (JFO.ZBC - Timelærer Kat. II - RIAH - ZBC)" userId="a854aa3e-935c-420f-a472-e4dc80d2c4bc" providerId="ADAL" clId="{D1642147-0299-46B6-9074-3489EE067615}" dt="2025-11-03T12:27:14.436" v="10003"/>
          <ac:picMkLst>
            <pc:docMk/>
            <pc:sldMk cId="503648122" sldId="285"/>
            <ac:picMk id="1026" creationId="{C4C17AD1-74D7-9E3D-39A5-337B2E7A3B6F}"/>
          </ac:picMkLst>
        </pc:picChg>
      </pc:sldChg>
      <pc:sldChg chg="addSp delSp modSp new mod modNotesTx">
        <pc:chgData name="Jakob Foersom (JFO.ZBC - Timelærer Kat. II - RIAH - ZBC)" userId="a854aa3e-935c-420f-a472-e4dc80d2c4bc" providerId="ADAL" clId="{D1642147-0299-46B6-9074-3489EE067615}" dt="2025-11-03T12:37:28.670" v="10628" actId="20577"/>
        <pc:sldMkLst>
          <pc:docMk/>
          <pc:sldMk cId="1480887915" sldId="286"/>
        </pc:sldMkLst>
        <pc:spChg chg="mod">
          <ac:chgData name="Jakob Foersom (JFO.ZBC - Timelærer Kat. II - RIAH - ZBC)" userId="a854aa3e-935c-420f-a472-e4dc80d2c4bc" providerId="ADAL" clId="{D1642147-0299-46B6-9074-3489EE067615}" dt="2025-11-03T12:34:31.305" v="10422" actId="20577"/>
          <ac:spMkLst>
            <pc:docMk/>
            <pc:sldMk cId="1480887915" sldId="286"/>
            <ac:spMk id="2" creationId="{1A4EEDEF-FFE8-3120-00C1-F34F73F7268E}"/>
          </ac:spMkLst>
        </pc:spChg>
        <pc:spChg chg="mod">
          <ac:chgData name="Jakob Foersom (JFO.ZBC - Timelærer Kat. II - RIAH - ZBC)" userId="a854aa3e-935c-420f-a472-e4dc80d2c4bc" providerId="ADAL" clId="{D1642147-0299-46B6-9074-3489EE067615}" dt="2025-11-03T12:37:08.450" v="10624" actId="20577"/>
          <ac:spMkLst>
            <pc:docMk/>
            <pc:sldMk cId="1480887915" sldId="286"/>
            <ac:spMk id="3" creationId="{FC521744-54AF-E012-3495-4B02E879AF42}"/>
          </ac:spMkLst>
        </pc:spChg>
        <pc:picChg chg="add mod">
          <ac:chgData name="Jakob Foersom (JFO.ZBC - Timelærer Kat. II - RIAH - ZBC)" userId="a854aa3e-935c-420f-a472-e4dc80d2c4bc" providerId="ADAL" clId="{D1642147-0299-46B6-9074-3489EE067615}" dt="2025-11-03T12:34:16.364" v="10412"/>
          <ac:picMkLst>
            <pc:docMk/>
            <pc:sldMk cId="1480887915" sldId="286"/>
            <ac:picMk id="2050" creationId="{69B250F1-A14C-0A0D-D60B-77021EB142C1}"/>
          </ac:picMkLst>
        </pc:picChg>
      </pc:sldChg>
      <pc:sldChg chg="modSp new mod">
        <pc:chgData name="Jakob Foersom (JFO.ZBC - Timelærer Kat. II - RIAH - ZBC)" userId="a854aa3e-935c-420f-a472-e4dc80d2c4bc" providerId="ADAL" clId="{D1642147-0299-46B6-9074-3489EE067615}" dt="2025-11-03T12:59:05.398" v="10993" actId="20577"/>
        <pc:sldMkLst>
          <pc:docMk/>
          <pc:sldMk cId="4176708394" sldId="287"/>
        </pc:sldMkLst>
        <pc:spChg chg="mod">
          <ac:chgData name="Jakob Foersom (JFO.ZBC - Timelærer Kat. II - RIAH - ZBC)" userId="a854aa3e-935c-420f-a472-e4dc80d2c4bc" providerId="ADAL" clId="{D1642147-0299-46B6-9074-3489EE067615}" dt="2025-11-03T12:55:05.413" v="10645" actId="20577"/>
          <ac:spMkLst>
            <pc:docMk/>
            <pc:sldMk cId="4176708394" sldId="287"/>
            <ac:spMk id="2" creationId="{FE6BAE39-61A1-AA4D-4018-037C0B48C7D9}"/>
          </ac:spMkLst>
        </pc:spChg>
        <pc:spChg chg="mod">
          <ac:chgData name="Jakob Foersom (JFO.ZBC - Timelærer Kat. II - RIAH - ZBC)" userId="a854aa3e-935c-420f-a472-e4dc80d2c4bc" providerId="ADAL" clId="{D1642147-0299-46B6-9074-3489EE067615}" dt="2025-11-03T12:59:05.398" v="10993" actId="20577"/>
          <ac:spMkLst>
            <pc:docMk/>
            <pc:sldMk cId="4176708394" sldId="287"/>
            <ac:spMk id="3" creationId="{CDF33EE3-CA91-4D31-57F2-5A7CFB8997EB}"/>
          </ac:spMkLst>
        </pc:spChg>
      </pc:sldChg>
      <pc:sldChg chg="addSp delSp modSp new mod setBg">
        <pc:chgData name="Jakob Foersom (JFO.ZBC - Timelærer Kat. II - RIAH - ZBC)" userId="a854aa3e-935c-420f-a472-e4dc80d2c4bc" providerId="ADAL" clId="{D1642147-0299-46B6-9074-3489EE067615}" dt="2025-11-03T13:13:13.224" v="11016" actId="22"/>
        <pc:sldMkLst>
          <pc:docMk/>
          <pc:sldMk cId="1500826063" sldId="288"/>
        </pc:sldMkLst>
        <pc:spChg chg="mod">
          <ac:chgData name="Jakob Foersom (JFO.ZBC - Timelærer Kat. II - RIAH - ZBC)" userId="a854aa3e-935c-420f-a472-e4dc80d2c4bc" providerId="ADAL" clId="{D1642147-0299-46B6-9074-3489EE067615}" dt="2025-11-03T13:13:10.974" v="11014" actId="26606"/>
          <ac:spMkLst>
            <pc:docMk/>
            <pc:sldMk cId="1500826063" sldId="288"/>
            <ac:spMk id="2" creationId="{CEA85E2F-4710-BA8A-46E1-064CF1F024BC}"/>
          </ac:spMkLst>
        </pc:spChg>
        <pc:picChg chg="add mod ord">
          <ac:chgData name="Jakob Foersom (JFO.ZBC - Timelærer Kat. II - RIAH - ZBC)" userId="a854aa3e-935c-420f-a472-e4dc80d2c4bc" providerId="ADAL" clId="{D1642147-0299-46B6-9074-3489EE067615}" dt="2025-11-03T13:13:10.974" v="11014" actId="26606"/>
          <ac:picMkLst>
            <pc:docMk/>
            <pc:sldMk cId="1500826063" sldId="288"/>
            <ac:picMk id="6" creationId="{80C6E2C3-AE28-665E-0E57-6B71AC1014B3}"/>
          </ac:picMkLst>
        </pc:picChg>
        <pc:picChg chg="add mod ord">
          <ac:chgData name="Jakob Foersom (JFO.ZBC - Timelærer Kat. II - RIAH - ZBC)" userId="a854aa3e-935c-420f-a472-e4dc80d2c4bc" providerId="ADAL" clId="{D1642147-0299-46B6-9074-3489EE067615}" dt="2025-11-03T13:13:13.224" v="11016" actId="22"/>
          <ac:picMkLst>
            <pc:docMk/>
            <pc:sldMk cId="1500826063" sldId="288"/>
            <ac:picMk id="8" creationId="{B09859FA-3007-D572-0694-7FC1234E43A3}"/>
          </ac:picMkLst>
        </pc:picChg>
      </pc:sldChg>
      <pc:sldChg chg="addSp delSp modSp add mod ord">
        <pc:chgData name="Jakob Foersom (JFO.ZBC - Timelærer Kat. II - RIAH - ZBC)" userId="a854aa3e-935c-420f-a472-e4dc80d2c4bc" providerId="ADAL" clId="{D1642147-0299-46B6-9074-3489EE067615}" dt="2025-11-05T12:47:30.043" v="13421" actId="1076"/>
        <pc:sldMkLst>
          <pc:docMk/>
          <pc:sldMk cId="3512315971" sldId="289"/>
        </pc:sldMkLst>
        <pc:spChg chg="mod">
          <ac:chgData name="Jakob Foersom (JFO.ZBC - Timelærer Kat. II - RIAH - ZBC)" userId="a854aa3e-935c-420f-a472-e4dc80d2c4bc" providerId="ADAL" clId="{D1642147-0299-46B6-9074-3489EE067615}" dt="2025-11-05T12:47:30.043" v="13421" actId="1076"/>
          <ac:spMkLst>
            <pc:docMk/>
            <pc:sldMk cId="3512315971" sldId="289"/>
            <ac:spMk id="3" creationId="{17284A7A-46B3-E017-1F87-07A49836A2B9}"/>
          </ac:spMkLst>
        </pc:spChg>
        <pc:spChg chg="add mod">
          <ac:chgData name="Jakob Foersom (JFO.ZBC - Timelærer Kat. II - RIAH - ZBC)" userId="a854aa3e-935c-420f-a472-e4dc80d2c4bc" providerId="ADAL" clId="{D1642147-0299-46B6-9074-3489EE067615}" dt="2025-11-03T15:19:15.303" v="11655" actId="27636"/>
          <ac:spMkLst>
            <pc:docMk/>
            <pc:sldMk cId="3512315971" sldId="289"/>
            <ac:spMk id="4" creationId="{07120873-216C-6592-D3F8-CF57E618C7F7}"/>
          </ac:spMkLst>
        </pc:spChg>
      </pc:sldChg>
      <pc:sldChg chg="modSp new mod ord">
        <pc:chgData name="Jakob Foersom (JFO.ZBC - Timelærer Kat. II - RIAH - ZBC)" userId="a854aa3e-935c-420f-a472-e4dc80d2c4bc" providerId="ADAL" clId="{D1642147-0299-46B6-9074-3489EE067615}" dt="2025-11-04T08:47:03.182" v="11765" actId="20577"/>
        <pc:sldMkLst>
          <pc:docMk/>
          <pc:sldMk cId="1269369996" sldId="290"/>
        </pc:sldMkLst>
        <pc:spChg chg="mod">
          <ac:chgData name="Jakob Foersom (JFO.ZBC - Timelærer Kat. II - RIAH - ZBC)" userId="a854aa3e-935c-420f-a472-e4dc80d2c4bc" providerId="ADAL" clId="{D1642147-0299-46B6-9074-3489EE067615}" dt="2025-11-04T08:47:03.182" v="11765" actId="20577"/>
          <ac:spMkLst>
            <pc:docMk/>
            <pc:sldMk cId="1269369996" sldId="290"/>
            <ac:spMk id="2" creationId="{DE182071-F6AF-CBFD-B9F3-46FF4893DEFC}"/>
          </ac:spMkLst>
        </pc:spChg>
      </pc:sldChg>
      <pc:sldChg chg="addSp delSp modSp new mod setBg modNotesTx">
        <pc:chgData name="Jakob Foersom (JFO.ZBC - Timelærer Kat. II - RIAH - ZBC)" userId="a854aa3e-935c-420f-a472-e4dc80d2c4bc" providerId="ADAL" clId="{D1642147-0299-46B6-9074-3489EE067615}" dt="2025-11-05T12:31:04.635" v="13400" actId="20577"/>
        <pc:sldMkLst>
          <pc:docMk/>
          <pc:sldMk cId="1324304405" sldId="292"/>
        </pc:sldMkLst>
        <pc:spChg chg="mod">
          <ac:chgData name="Jakob Foersom (JFO.ZBC - Timelærer Kat. II - RIAH - ZBC)" userId="a854aa3e-935c-420f-a472-e4dc80d2c4bc" providerId="ADAL" clId="{D1642147-0299-46B6-9074-3489EE067615}" dt="2025-11-04T12:07:06.640" v="12441" actId="26606"/>
          <ac:spMkLst>
            <pc:docMk/>
            <pc:sldMk cId="1324304405" sldId="292"/>
            <ac:spMk id="2" creationId="{CF54EB4D-BA96-F75F-0CF3-31932353E23E}"/>
          </ac:spMkLst>
        </pc:spChg>
        <pc:spChg chg="add">
          <ac:chgData name="Jakob Foersom (JFO.ZBC - Timelærer Kat. II - RIAH - ZBC)" userId="a854aa3e-935c-420f-a472-e4dc80d2c4bc" providerId="ADAL" clId="{D1642147-0299-46B6-9074-3489EE067615}" dt="2025-11-04T12:07:06.640" v="12441" actId="26606"/>
          <ac:spMkLst>
            <pc:docMk/>
            <pc:sldMk cId="1324304405" sldId="292"/>
            <ac:spMk id="22" creationId="{7C98A213-5994-475E-B327-DC6EC27FBA8B}"/>
          </ac:spMkLst>
        </pc:spChg>
        <pc:spChg chg="add">
          <ac:chgData name="Jakob Foersom (JFO.ZBC - Timelærer Kat. II - RIAH - ZBC)" userId="a854aa3e-935c-420f-a472-e4dc80d2c4bc" providerId="ADAL" clId="{D1642147-0299-46B6-9074-3489EE067615}" dt="2025-11-04T12:07:06.640" v="12441" actId="26606"/>
          <ac:spMkLst>
            <pc:docMk/>
            <pc:sldMk cId="1324304405" sldId="292"/>
            <ac:spMk id="24" creationId="{4B030A0D-0DAD-4A99-89BB-419527D6A64B}"/>
          </ac:spMkLst>
        </pc:spChg>
        <pc:picChg chg="add mod ord">
          <ac:chgData name="Jakob Foersom (JFO.ZBC - Timelærer Kat. II - RIAH - ZBC)" userId="a854aa3e-935c-420f-a472-e4dc80d2c4bc" providerId="ADAL" clId="{D1642147-0299-46B6-9074-3489EE067615}" dt="2025-11-04T12:06:47.116" v="12410" actId="26606"/>
          <ac:picMkLst>
            <pc:docMk/>
            <pc:sldMk cId="1324304405" sldId="292"/>
            <ac:picMk id="6" creationId="{B15FD560-2476-2A04-E6D2-7773D58F78B6}"/>
          </ac:picMkLst>
        </pc:picChg>
        <pc:picChg chg="add mod ord">
          <ac:chgData name="Jakob Foersom (JFO.ZBC - Timelærer Kat. II - RIAH - ZBC)" userId="a854aa3e-935c-420f-a472-e4dc80d2c4bc" providerId="ADAL" clId="{D1642147-0299-46B6-9074-3489EE067615}" dt="2025-11-04T12:06:47.116" v="12410" actId="26606"/>
          <ac:picMkLst>
            <pc:docMk/>
            <pc:sldMk cId="1324304405" sldId="292"/>
            <ac:picMk id="8" creationId="{C9537742-AC30-27E2-7A13-E7A587D33604}"/>
          </ac:picMkLst>
        </pc:picChg>
        <pc:picChg chg="add mod">
          <ac:chgData name="Jakob Foersom (JFO.ZBC - Timelærer Kat. II - RIAH - ZBC)" userId="a854aa3e-935c-420f-a472-e4dc80d2c4bc" providerId="ADAL" clId="{D1642147-0299-46B6-9074-3489EE067615}" dt="2025-11-04T12:06:47.116" v="12410" actId="26606"/>
          <ac:picMkLst>
            <pc:docMk/>
            <pc:sldMk cId="1324304405" sldId="292"/>
            <ac:picMk id="10" creationId="{629A25C3-8DF8-B531-40B2-58555E6AB555}"/>
          </ac:picMkLst>
        </pc:picChg>
      </pc:sldChg>
      <pc:sldChg chg="modSp new mod">
        <pc:chgData name="Jakob Foersom (JFO.ZBC - Timelærer Kat. II - RIAH - ZBC)" userId="a854aa3e-935c-420f-a472-e4dc80d2c4bc" providerId="ADAL" clId="{D1642147-0299-46B6-9074-3489EE067615}" dt="2025-11-10T08:28:21.938" v="15009" actId="5793"/>
        <pc:sldMkLst>
          <pc:docMk/>
          <pc:sldMk cId="1716859293" sldId="293"/>
        </pc:sldMkLst>
        <pc:spChg chg="mod">
          <ac:chgData name="Jakob Foersom (JFO.ZBC - Timelærer Kat. II - RIAH - ZBC)" userId="a854aa3e-935c-420f-a472-e4dc80d2c4bc" providerId="ADAL" clId="{D1642147-0299-46B6-9074-3489EE067615}" dt="2025-11-04T12:15:54.080" v="12857" actId="20577"/>
          <ac:spMkLst>
            <pc:docMk/>
            <pc:sldMk cId="1716859293" sldId="293"/>
            <ac:spMk id="2" creationId="{F31EC377-C075-7751-75BA-32F890922E05}"/>
          </ac:spMkLst>
        </pc:spChg>
        <pc:spChg chg="mod">
          <ac:chgData name="Jakob Foersom (JFO.ZBC - Timelærer Kat. II - RIAH - ZBC)" userId="a854aa3e-935c-420f-a472-e4dc80d2c4bc" providerId="ADAL" clId="{D1642147-0299-46B6-9074-3489EE067615}" dt="2025-11-10T08:28:21.938" v="15009" actId="5793"/>
          <ac:spMkLst>
            <pc:docMk/>
            <pc:sldMk cId="1716859293" sldId="293"/>
            <ac:spMk id="3" creationId="{7DAFA4A6-F59D-AB5D-C1F3-8971D1441F4A}"/>
          </ac:spMkLst>
        </pc:spChg>
      </pc:sldChg>
      <pc:sldChg chg="addSp delSp modSp new mod ord setBg modAnim modNotesTx">
        <pc:chgData name="Jakob Foersom (JFO.ZBC - Timelærer Kat. II - RIAH - ZBC)" userId="a854aa3e-935c-420f-a472-e4dc80d2c4bc" providerId="ADAL" clId="{D1642147-0299-46B6-9074-3489EE067615}" dt="2025-11-05T07:49:11.340" v="13186" actId="20577"/>
        <pc:sldMkLst>
          <pc:docMk/>
          <pc:sldMk cId="2725306198" sldId="294"/>
        </pc:sldMkLst>
        <pc:spChg chg="mod">
          <ac:chgData name="Jakob Foersom (JFO.ZBC - Timelærer Kat. II - RIAH - ZBC)" userId="a854aa3e-935c-420f-a472-e4dc80d2c4bc" providerId="ADAL" clId="{D1642147-0299-46B6-9074-3489EE067615}" dt="2025-11-05T07:45:21.460" v="12975" actId="26606"/>
          <ac:spMkLst>
            <pc:docMk/>
            <pc:sldMk cId="2725306198" sldId="294"/>
            <ac:spMk id="2" creationId="{0FEC4DE5-9E58-118A-1625-41DEDB95370B}"/>
          </ac:spMkLst>
        </pc:spChg>
        <pc:spChg chg="add">
          <ac:chgData name="Jakob Foersom (JFO.ZBC - Timelærer Kat. II - RIAH - ZBC)" userId="a854aa3e-935c-420f-a472-e4dc80d2c4bc" providerId="ADAL" clId="{D1642147-0299-46B6-9074-3489EE067615}" dt="2025-11-05T07:45:21.460" v="12975" actId="26606"/>
          <ac:spMkLst>
            <pc:docMk/>
            <pc:sldMk cId="2725306198" sldId="294"/>
            <ac:spMk id="10" creationId="{A4AC5506-6312-4701-8D3C-40187889A947}"/>
          </ac:spMkLst>
        </pc:spChg>
        <pc:picChg chg="add mod">
          <ac:chgData name="Jakob Foersom (JFO.ZBC - Timelærer Kat. II - RIAH - ZBC)" userId="a854aa3e-935c-420f-a472-e4dc80d2c4bc" providerId="ADAL" clId="{D1642147-0299-46B6-9074-3489EE067615}" dt="2025-11-05T07:45:21.460" v="12975" actId="26606"/>
          <ac:picMkLst>
            <pc:docMk/>
            <pc:sldMk cId="2725306198" sldId="294"/>
            <ac:picMk id="5" creationId="{63BD7FF7-05B0-BF9E-F01A-2E33C6EAE5F9}"/>
          </ac:picMkLst>
        </pc:picChg>
      </pc:sldChg>
      <pc:sldChg chg="addSp delSp modSp new mod setBg">
        <pc:chgData name="Jakob Foersom (JFO.ZBC - Timelærer Kat. II - RIAH - ZBC)" userId="a854aa3e-935c-420f-a472-e4dc80d2c4bc" providerId="ADAL" clId="{D1642147-0299-46B6-9074-3489EE067615}" dt="2025-11-10T19:39:19.818" v="15845" actId="26606"/>
        <pc:sldMkLst>
          <pc:docMk/>
          <pc:sldMk cId="2635378862" sldId="295"/>
        </pc:sldMkLst>
        <pc:spChg chg="mod">
          <ac:chgData name="Jakob Foersom (JFO.ZBC - Timelærer Kat. II - RIAH - ZBC)" userId="a854aa3e-935c-420f-a472-e4dc80d2c4bc" providerId="ADAL" clId="{D1642147-0299-46B6-9074-3489EE067615}" dt="2025-11-10T19:39:19.818" v="15845" actId="26606"/>
          <ac:spMkLst>
            <pc:docMk/>
            <pc:sldMk cId="2635378862" sldId="295"/>
            <ac:spMk id="2" creationId="{9BD0A238-066B-0C39-7EB0-B0BB4F64FF20}"/>
          </ac:spMkLst>
        </pc:spChg>
        <pc:spChg chg="add">
          <ac:chgData name="Jakob Foersom (JFO.ZBC - Timelærer Kat. II - RIAH - ZBC)" userId="a854aa3e-935c-420f-a472-e4dc80d2c4bc" providerId="ADAL" clId="{D1642147-0299-46B6-9074-3489EE067615}" dt="2025-11-10T19:39:19.818" v="15845" actId="26606"/>
          <ac:spMkLst>
            <pc:docMk/>
            <pc:sldMk cId="2635378862" sldId="295"/>
            <ac:spMk id="9" creationId="{9DBC8166-481C-4473-95F5-9A5B9073B7F1}"/>
          </ac:spMkLst>
        </pc:spChg>
        <pc:spChg chg="add">
          <ac:chgData name="Jakob Foersom (JFO.ZBC - Timelærer Kat. II - RIAH - ZBC)" userId="a854aa3e-935c-420f-a472-e4dc80d2c4bc" providerId="ADAL" clId="{D1642147-0299-46B6-9074-3489EE067615}" dt="2025-11-10T19:39:19.818" v="15845" actId="26606"/>
          <ac:spMkLst>
            <pc:docMk/>
            <pc:sldMk cId="2635378862" sldId="295"/>
            <ac:spMk id="11" creationId="{A5A5CE6E-90AF-4D43-A014-1F9EC83EB93D}"/>
          </ac:spMkLst>
        </pc:spChg>
        <pc:graphicFrameChg chg="add">
          <ac:chgData name="Jakob Foersom (JFO.ZBC - Timelærer Kat. II - RIAH - ZBC)" userId="a854aa3e-935c-420f-a472-e4dc80d2c4bc" providerId="ADAL" clId="{D1642147-0299-46B6-9074-3489EE067615}" dt="2025-11-10T19:39:19.818" v="15845" actId="26606"/>
          <ac:graphicFrameMkLst>
            <pc:docMk/>
            <pc:sldMk cId="2635378862" sldId="295"/>
            <ac:graphicFrameMk id="5" creationId="{120C2CA1-AC5D-2E79-48D1-E533CF195425}"/>
          </ac:graphicFrameMkLst>
        </pc:graphicFrameChg>
      </pc:sldChg>
      <pc:sldChg chg="addSp delSp modSp new mod setBg modNotesTx">
        <pc:chgData name="Jakob Foersom (JFO.ZBC - Timelærer Kat. II - RIAH - ZBC)" userId="a854aa3e-935c-420f-a472-e4dc80d2c4bc" providerId="ADAL" clId="{D1642147-0299-46B6-9074-3489EE067615}" dt="2025-11-05T13:10:41.024" v="13983" actId="26606"/>
        <pc:sldMkLst>
          <pc:docMk/>
          <pc:sldMk cId="3637328651" sldId="296"/>
        </pc:sldMkLst>
        <pc:spChg chg="mod">
          <ac:chgData name="Jakob Foersom (JFO.ZBC - Timelærer Kat. II - RIAH - ZBC)" userId="a854aa3e-935c-420f-a472-e4dc80d2c4bc" providerId="ADAL" clId="{D1642147-0299-46B6-9074-3489EE067615}" dt="2025-11-05T13:10:41.024" v="13983" actId="26606"/>
          <ac:spMkLst>
            <pc:docMk/>
            <pc:sldMk cId="3637328651" sldId="296"/>
            <ac:spMk id="2" creationId="{4CF4FDFD-13CD-9F9C-E9AE-37BBDA945BBE}"/>
          </ac:spMkLst>
        </pc:spChg>
        <pc:spChg chg="add">
          <ac:chgData name="Jakob Foersom (JFO.ZBC - Timelærer Kat. II - RIAH - ZBC)" userId="a854aa3e-935c-420f-a472-e4dc80d2c4bc" providerId="ADAL" clId="{D1642147-0299-46B6-9074-3489EE067615}" dt="2025-11-05T13:10:41.024" v="13983" actId="26606"/>
          <ac:spMkLst>
            <pc:docMk/>
            <pc:sldMk cId="3637328651" sldId="296"/>
            <ac:spMk id="9" creationId="{A4AC5506-6312-4701-8D3C-40187889A947}"/>
          </ac:spMkLst>
        </pc:spChg>
        <pc:graphicFrameChg chg="add mod ord modGraphic">
          <ac:chgData name="Jakob Foersom (JFO.ZBC - Timelærer Kat. II - RIAH - ZBC)" userId="a854aa3e-935c-420f-a472-e4dc80d2c4bc" providerId="ADAL" clId="{D1642147-0299-46B6-9074-3489EE067615}" dt="2025-11-05T13:10:41.024" v="13983" actId="26606"/>
          <ac:graphicFrameMkLst>
            <pc:docMk/>
            <pc:sldMk cId="3637328651" sldId="296"/>
            <ac:graphicFrameMk id="4" creationId="{DB2810E9-7013-6490-FCC2-9FF85FFD54A2}"/>
          </ac:graphicFrameMkLst>
        </pc:graphicFrameChg>
      </pc:sldChg>
      <pc:sldChg chg="modSp new mod">
        <pc:chgData name="Jakob Foersom (JFO.ZBC - Timelærer Kat. II - RIAH - ZBC)" userId="a854aa3e-935c-420f-a472-e4dc80d2c4bc" providerId="ADAL" clId="{D1642147-0299-46B6-9074-3489EE067615}" dt="2025-11-09T14:25:46.231" v="14752" actId="20577"/>
        <pc:sldMkLst>
          <pc:docMk/>
          <pc:sldMk cId="397134350" sldId="297"/>
        </pc:sldMkLst>
        <pc:spChg chg="mod">
          <ac:chgData name="Jakob Foersom (JFO.ZBC - Timelærer Kat. II - RIAH - ZBC)" userId="a854aa3e-935c-420f-a472-e4dc80d2c4bc" providerId="ADAL" clId="{D1642147-0299-46B6-9074-3489EE067615}" dt="2025-11-09T14:25:46.231" v="14752" actId="20577"/>
          <ac:spMkLst>
            <pc:docMk/>
            <pc:sldMk cId="397134350" sldId="297"/>
            <ac:spMk id="2" creationId="{C1AA137E-9204-D6C4-6E0C-C025946924A7}"/>
          </ac:spMkLst>
        </pc:spChg>
      </pc:sldChg>
      <pc:sldChg chg="addSp modSp new mod setBg">
        <pc:chgData name="Jakob Foersom (JFO.ZBC - Timelærer Kat. II - RIAH - ZBC)" userId="a854aa3e-935c-420f-a472-e4dc80d2c4bc" providerId="ADAL" clId="{D1642147-0299-46B6-9074-3489EE067615}" dt="2025-11-10T07:12:49.599" v="14765" actId="26606"/>
        <pc:sldMkLst>
          <pc:docMk/>
          <pc:sldMk cId="295540580" sldId="298"/>
        </pc:sldMkLst>
        <pc:spChg chg="mod">
          <ac:chgData name="Jakob Foersom (JFO.ZBC - Timelærer Kat. II - RIAH - ZBC)" userId="a854aa3e-935c-420f-a472-e4dc80d2c4bc" providerId="ADAL" clId="{D1642147-0299-46B6-9074-3489EE067615}" dt="2025-11-10T07:12:49.599" v="14765" actId="26606"/>
          <ac:spMkLst>
            <pc:docMk/>
            <pc:sldMk cId="295540580" sldId="298"/>
            <ac:spMk id="2" creationId="{39E13BB3-B207-C06F-7061-8FA1C5ABBDE1}"/>
          </ac:spMkLst>
        </pc:spChg>
        <pc:spChg chg="mod">
          <ac:chgData name="Jakob Foersom (JFO.ZBC - Timelærer Kat. II - RIAH - ZBC)" userId="a854aa3e-935c-420f-a472-e4dc80d2c4bc" providerId="ADAL" clId="{D1642147-0299-46B6-9074-3489EE067615}" dt="2025-11-10T07:12:49.599" v="14765" actId="26606"/>
          <ac:spMkLst>
            <pc:docMk/>
            <pc:sldMk cId="295540580" sldId="298"/>
            <ac:spMk id="3" creationId="{A0CC3777-4D22-0474-00B1-48E0B194679D}"/>
          </ac:spMkLst>
        </pc:spChg>
        <pc:spChg chg="add">
          <ac:chgData name="Jakob Foersom (JFO.ZBC - Timelærer Kat. II - RIAH - ZBC)" userId="a854aa3e-935c-420f-a472-e4dc80d2c4bc" providerId="ADAL" clId="{D1642147-0299-46B6-9074-3489EE067615}" dt="2025-11-10T07:12:49.599" v="14765" actId="26606"/>
          <ac:spMkLst>
            <pc:docMk/>
            <pc:sldMk cId="295540580" sldId="298"/>
            <ac:spMk id="8" creationId="{907EF6B7-1338-4443-8C46-6A318D952DFD}"/>
          </ac:spMkLst>
        </pc:spChg>
        <pc:spChg chg="add">
          <ac:chgData name="Jakob Foersom (JFO.ZBC - Timelærer Kat. II - RIAH - ZBC)" userId="a854aa3e-935c-420f-a472-e4dc80d2c4bc" providerId="ADAL" clId="{D1642147-0299-46B6-9074-3489EE067615}" dt="2025-11-10T07:12:49.599" v="14765" actId="26606"/>
          <ac:spMkLst>
            <pc:docMk/>
            <pc:sldMk cId="295540580" sldId="298"/>
            <ac:spMk id="10" creationId="{DAAE4CDD-124C-4DCF-9584-B6033B545DD5}"/>
          </ac:spMkLst>
        </pc:spChg>
        <pc:spChg chg="add">
          <ac:chgData name="Jakob Foersom (JFO.ZBC - Timelærer Kat. II - RIAH - ZBC)" userId="a854aa3e-935c-420f-a472-e4dc80d2c4bc" providerId="ADAL" clId="{D1642147-0299-46B6-9074-3489EE067615}" dt="2025-11-10T07:12:49.599" v="14765" actId="26606"/>
          <ac:spMkLst>
            <pc:docMk/>
            <pc:sldMk cId="295540580" sldId="298"/>
            <ac:spMk id="12" creationId="{081E4A58-353D-44AE-B2FC-2A74E2E400F7}"/>
          </ac:spMkLst>
        </pc:spChg>
      </pc:sldChg>
      <pc:sldChg chg="addSp modSp new mod setBg">
        <pc:chgData name="Jakob Foersom (JFO.ZBC - Timelærer Kat. II - RIAH - ZBC)" userId="a854aa3e-935c-420f-a472-e4dc80d2c4bc" providerId="ADAL" clId="{D1642147-0299-46B6-9074-3489EE067615}" dt="2025-11-12T07:43:05.045" v="18430" actId="20577"/>
        <pc:sldMkLst>
          <pc:docMk/>
          <pc:sldMk cId="2221544620" sldId="299"/>
        </pc:sldMkLst>
        <pc:spChg chg="mod">
          <ac:chgData name="Jakob Foersom (JFO.ZBC - Timelærer Kat. II - RIAH - ZBC)" userId="a854aa3e-935c-420f-a472-e4dc80d2c4bc" providerId="ADAL" clId="{D1642147-0299-46B6-9074-3489EE067615}" dt="2025-11-12T07:42:48.721" v="18429" actId="26606"/>
          <ac:spMkLst>
            <pc:docMk/>
            <pc:sldMk cId="2221544620" sldId="299"/>
            <ac:spMk id="2" creationId="{0975FB8F-D636-B0B6-71A6-5ED3E6776020}"/>
          </ac:spMkLst>
        </pc:spChg>
        <pc:spChg chg="mod">
          <ac:chgData name="Jakob Foersom (JFO.ZBC - Timelærer Kat. II - RIAH - ZBC)" userId="a854aa3e-935c-420f-a472-e4dc80d2c4bc" providerId="ADAL" clId="{D1642147-0299-46B6-9074-3489EE067615}" dt="2025-11-12T07:43:05.045" v="18430" actId="20577"/>
          <ac:spMkLst>
            <pc:docMk/>
            <pc:sldMk cId="2221544620" sldId="299"/>
            <ac:spMk id="3" creationId="{F347CEDB-03A0-4268-DAC9-AB3944A6F0AA}"/>
          </ac:spMkLst>
        </pc:spChg>
        <pc:spChg chg="add">
          <ac:chgData name="Jakob Foersom (JFO.ZBC - Timelærer Kat. II - RIAH - ZBC)" userId="a854aa3e-935c-420f-a472-e4dc80d2c4bc" providerId="ADAL" clId="{D1642147-0299-46B6-9074-3489EE067615}" dt="2025-11-12T07:42:48.721" v="18429" actId="26606"/>
          <ac:spMkLst>
            <pc:docMk/>
            <pc:sldMk cId="2221544620" sldId="299"/>
            <ac:spMk id="8" creationId="{907EF6B7-1338-4443-8C46-6A318D952DFD}"/>
          </ac:spMkLst>
        </pc:spChg>
        <pc:spChg chg="add">
          <ac:chgData name="Jakob Foersom (JFO.ZBC - Timelærer Kat. II - RIAH - ZBC)" userId="a854aa3e-935c-420f-a472-e4dc80d2c4bc" providerId="ADAL" clId="{D1642147-0299-46B6-9074-3489EE067615}" dt="2025-11-12T07:42:48.721" v="18429" actId="26606"/>
          <ac:spMkLst>
            <pc:docMk/>
            <pc:sldMk cId="2221544620" sldId="299"/>
            <ac:spMk id="10" creationId="{DAAE4CDD-124C-4DCF-9584-B6033B545DD5}"/>
          </ac:spMkLst>
        </pc:spChg>
        <pc:spChg chg="add">
          <ac:chgData name="Jakob Foersom (JFO.ZBC - Timelærer Kat. II - RIAH - ZBC)" userId="a854aa3e-935c-420f-a472-e4dc80d2c4bc" providerId="ADAL" clId="{D1642147-0299-46B6-9074-3489EE067615}" dt="2025-11-12T07:42:48.721" v="18429" actId="26606"/>
          <ac:spMkLst>
            <pc:docMk/>
            <pc:sldMk cId="2221544620" sldId="299"/>
            <ac:spMk id="12" creationId="{081E4A58-353D-44AE-B2FC-2A74E2E400F7}"/>
          </ac:spMkLst>
        </pc:spChg>
      </pc:sldChg>
      <pc:sldChg chg="addSp delSp modSp new mod modClrScheme chgLayout">
        <pc:chgData name="Jakob Foersom (JFO.ZBC - Timelærer Kat. II - RIAH - ZBC)" userId="a854aa3e-935c-420f-a472-e4dc80d2c4bc" providerId="ADAL" clId="{D1642147-0299-46B6-9074-3489EE067615}" dt="2025-11-10T19:46:10.372" v="16237" actId="20577"/>
        <pc:sldMkLst>
          <pc:docMk/>
          <pc:sldMk cId="3522407037" sldId="300"/>
        </pc:sldMkLst>
        <pc:spChg chg="mod ord">
          <ac:chgData name="Jakob Foersom (JFO.ZBC - Timelærer Kat. II - RIAH - ZBC)" userId="a854aa3e-935c-420f-a472-e4dc80d2c4bc" providerId="ADAL" clId="{D1642147-0299-46B6-9074-3489EE067615}" dt="2025-11-10T19:40:12.014" v="15888" actId="700"/>
          <ac:spMkLst>
            <pc:docMk/>
            <pc:sldMk cId="3522407037" sldId="300"/>
            <ac:spMk id="2" creationId="{4949A0F6-15FA-E829-FCB4-E2857D3AB3C4}"/>
          </ac:spMkLst>
        </pc:spChg>
        <pc:spChg chg="add mod ord">
          <ac:chgData name="Jakob Foersom (JFO.ZBC - Timelærer Kat. II - RIAH - ZBC)" userId="a854aa3e-935c-420f-a472-e4dc80d2c4bc" providerId="ADAL" clId="{D1642147-0299-46B6-9074-3489EE067615}" dt="2025-11-10T19:40:20.869" v="15897" actId="20577"/>
          <ac:spMkLst>
            <pc:docMk/>
            <pc:sldMk cId="3522407037" sldId="300"/>
            <ac:spMk id="6" creationId="{9B99A183-C86B-8623-94D0-7B56593CB7D8}"/>
          </ac:spMkLst>
        </pc:spChg>
        <pc:spChg chg="add mod ord">
          <ac:chgData name="Jakob Foersom (JFO.ZBC - Timelærer Kat. II - RIAH - ZBC)" userId="a854aa3e-935c-420f-a472-e4dc80d2c4bc" providerId="ADAL" clId="{D1642147-0299-46B6-9074-3489EE067615}" dt="2025-11-10T19:44:26.461" v="16056" actId="20577"/>
          <ac:spMkLst>
            <pc:docMk/>
            <pc:sldMk cId="3522407037" sldId="300"/>
            <ac:spMk id="7" creationId="{A2FDF3FE-094D-2481-675A-5BAE32B8A638}"/>
          </ac:spMkLst>
        </pc:spChg>
        <pc:spChg chg="add mod ord">
          <ac:chgData name="Jakob Foersom (JFO.ZBC - Timelærer Kat. II - RIAH - ZBC)" userId="a854aa3e-935c-420f-a472-e4dc80d2c4bc" providerId="ADAL" clId="{D1642147-0299-46B6-9074-3489EE067615}" dt="2025-11-10T19:40:29.065" v="15898"/>
          <ac:spMkLst>
            <pc:docMk/>
            <pc:sldMk cId="3522407037" sldId="300"/>
            <ac:spMk id="8" creationId="{A038ABB6-A3D3-EF2A-4F4A-B760A5F585A4}"/>
          </ac:spMkLst>
        </pc:spChg>
        <pc:spChg chg="add mod ord">
          <ac:chgData name="Jakob Foersom (JFO.ZBC - Timelærer Kat. II - RIAH - ZBC)" userId="a854aa3e-935c-420f-a472-e4dc80d2c4bc" providerId="ADAL" clId="{D1642147-0299-46B6-9074-3489EE067615}" dt="2025-11-10T19:46:10.372" v="16237" actId="20577"/>
          <ac:spMkLst>
            <pc:docMk/>
            <pc:sldMk cId="3522407037" sldId="300"/>
            <ac:spMk id="9" creationId="{817B7427-88FB-4799-DF47-857B0C71496B}"/>
          </ac:spMkLst>
        </pc:spChg>
      </pc:sldChg>
      <pc:sldChg chg="addSp delSp modSp new mod modClrScheme chgLayout">
        <pc:chgData name="Jakob Foersom (JFO.ZBC - Timelærer Kat. II - RIAH - ZBC)" userId="a854aa3e-935c-420f-a472-e4dc80d2c4bc" providerId="ADAL" clId="{D1642147-0299-46B6-9074-3489EE067615}" dt="2025-11-10T21:01:01.625" v="18169" actId="20577"/>
        <pc:sldMkLst>
          <pc:docMk/>
          <pc:sldMk cId="1874431522" sldId="301"/>
        </pc:sldMkLst>
        <pc:spChg chg="add mod ord">
          <ac:chgData name="Jakob Foersom (JFO.ZBC - Timelærer Kat. II - RIAH - ZBC)" userId="a854aa3e-935c-420f-a472-e4dc80d2c4bc" providerId="ADAL" clId="{D1642147-0299-46B6-9074-3489EE067615}" dt="2025-11-10T19:55:08.115" v="16260" actId="20577"/>
          <ac:spMkLst>
            <pc:docMk/>
            <pc:sldMk cId="1874431522" sldId="301"/>
            <ac:spMk id="7" creationId="{FEB69216-AA90-8ABE-2F8A-79801EB629BF}"/>
          </ac:spMkLst>
        </pc:spChg>
        <pc:spChg chg="add mod ord">
          <ac:chgData name="Jakob Foersom (JFO.ZBC - Timelærer Kat. II - RIAH - ZBC)" userId="a854aa3e-935c-420f-a472-e4dc80d2c4bc" providerId="ADAL" clId="{D1642147-0299-46B6-9074-3489EE067615}" dt="2025-11-10T21:01:01.625" v="18169" actId="20577"/>
          <ac:spMkLst>
            <pc:docMk/>
            <pc:sldMk cId="1874431522" sldId="301"/>
            <ac:spMk id="8" creationId="{5A3588BD-E7F3-8FA1-4722-6629471169EC}"/>
          </ac:spMkLst>
        </pc:spChg>
      </pc:sldChg>
      <pc:sldChg chg="modSp new mod">
        <pc:chgData name="Jakob Foersom (JFO.ZBC - Timelærer Kat. II - RIAH - ZBC)" userId="a854aa3e-935c-420f-a472-e4dc80d2c4bc" providerId="ADAL" clId="{D1642147-0299-46B6-9074-3489EE067615}" dt="2025-11-10T20:13:43.138" v="16746" actId="20577"/>
        <pc:sldMkLst>
          <pc:docMk/>
          <pc:sldMk cId="1061661780" sldId="302"/>
        </pc:sldMkLst>
        <pc:spChg chg="mod">
          <ac:chgData name="Jakob Foersom (JFO.ZBC - Timelærer Kat. II - RIAH - ZBC)" userId="a854aa3e-935c-420f-a472-e4dc80d2c4bc" providerId="ADAL" clId="{D1642147-0299-46B6-9074-3489EE067615}" dt="2025-11-10T20:09:48.998" v="16280" actId="20577"/>
          <ac:spMkLst>
            <pc:docMk/>
            <pc:sldMk cId="1061661780" sldId="302"/>
            <ac:spMk id="2" creationId="{F0A03878-590C-E094-9BAA-ED6D479B15E0}"/>
          </ac:spMkLst>
        </pc:spChg>
        <pc:spChg chg="mod">
          <ac:chgData name="Jakob Foersom (JFO.ZBC - Timelærer Kat. II - RIAH - ZBC)" userId="a854aa3e-935c-420f-a472-e4dc80d2c4bc" providerId="ADAL" clId="{D1642147-0299-46B6-9074-3489EE067615}" dt="2025-11-10T20:13:43.138" v="16746" actId="20577"/>
          <ac:spMkLst>
            <pc:docMk/>
            <pc:sldMk cId="1061661780" sldId="302"/>
            <ac:spMk id="3" creationId="{9216F8FC-A3DC-E4C1-0493-5F5D2E09AD48}"/>
          </ac:spMkLst>
        </pc:spChg>
      </pc:sldChg>
      <pc:sldChg chg="modSp new mod">
        <pc:chgData name="Jakob Foersom (JFO.ZBC - Timelærer Kat. II - RIAH - ZBC)" userId="a854aa3e-935c-420f-a472-e4dc80d2c4bc" providerId="ADAL" clId="{D1642147-0299-46B6-9074-3489EE067615}" dt="2025-11-13T07:09:01.080" v="18443" actId="20577"/>
        <pc:sldMkLst>
          <pc:docMk/>
          <pc:sldMk cId="1363995034" sldId="303"/>
        </pc:sldMkLst>
        <pc:spChg chg="mod">
          <ac:chgData name="Jakob Foersom (JFO.ZBC - Timelærer Kat. II - RIAH - ZBC)" userId="a854aa3e-935c-420f-a472-e4dc80d2c4bc" providerId="ADAL" clId="{D1642147-0299-46B6-9074-3489EE067615}" dt="2025-11-10T20:36:49.109" v="16774" actId="20577"/>
          <ac:spMkLst>
            <pc:docMk/>
            <pc:sldMk cId="1363995034" sldId="303"/>
            <ac:spMk id="2" creationId="{47546264-D981-D999-9CBA-9EBF601EAFF2}"/>
          </ac:spMkLst>
        </pc:spChg>
        <pc:spChg chg="mod">
          <ac:chgData name="Jakob Foersom (JFO.ZBC - Timelærer Kat. II - RIAH - ZBC)" userId="a854aa3e-935c-420f-a472-e4dc80d2c4bc" providerId="ADAL" clId="{D1642147-0299-46B6-9074-3489EE067615}" dt="2025-11-13T07:09:01.080" v="18443" actId="20577"/>
          <ac:spMkLst>
            <pc:docMk/>
            <pc:sldMk cId="1363995034" sldId="303"/>
            <ac:spMk id="3" creationId="{F2DD3E06-0CDD-F52A-25E8-AF9751C4135B}"/>
          </ac:spMkLst>
        </pc:spChg>
      </pc:sldChg>
      <pc:sldChg chg="addSp delSp modSp new mod modClrScheme chgLayout">
        <pc:chgData name="Jakob Foersom (JFO.ZBC - Timelærer Kat. II - RIAH - ZBC)" userId="a854aa3e-935c-420f-a472-e4dc80d2c4bc" providerId="ADAL" clId="{D1642147-0299-46B6-9074-3489EE067615}" dt="2025-11-13T07:13:40.036" v="18464" actId="20577"/>
        <pc:sldMkLst>
          <pc:docMk/>
          <pc:sldMk cId="3533476408" sldId="304"/>
        </pc:sldMkLst>
        <pc:spChg chg="add mod ord">
          <ac:chgData name="Jakob Foersom (JFO.ZBC - Timelærer Kat. II - RIAH - ZBC)" userId="a854aa3e-935c-420f-a472-e4dc80d2c4bc" providerId="ADAL" clId="{D1642147-0299-46B6-9074-3489EE067615}" dt="2025-11-10T20:46:17.545" v="17153"/>
          <ac:spMkLst>
            <pc:docMk/>
            <pc:sldMk cId="3533476408" sldId="304"/>
            <ac:spMk id="4" creationId="{04592BDD-59A1-65B3-56D6-BE5E7E164BC6}"/>
          </ac:spMkLst>
        </pc:spChg>
        <pc:spChg chg="add mod ord">
          <ac:chgData name="Jakob Foersom (JFO.ZBC - Timelærer Kat. II - RIAH - ZBC)" userId="a854aa3e-935c-420f-a472-e4dc80d2c4bc" providerId="ADAL" clId="{D1642147-0299-46B6-9074-3489EE067615}" dt="2025-11-13T07:13:40.036" v="18464" actId="20577"/>
          <ac:spMkLst>
            <pc:docMk/>
            <pc:sldMk cId="3533476408" sldId="304"/>
            <ac:spMk id="5" creationId="{8345D8FE-8F6F-56A6-15B8-76CF13347B00}"/>
          </ac:spMkLst>
        </pc:spChg>
        <pc:spChg chg="add del mod ord">
          <ac:chgData name="Jakob Foersom (JFO.ZBC - Timelærer Kat. II - RIAH - ZBC)" userId="a854aa3e-935c-420f-a472-e4dc80d2c4bc" providerId="ADAL" clId="{D1642147-0299-46B6-9074-3489EE067615}" dt="2025-11-10T21:19:57.693" v="18181" actId="20577"/>
          <ac:spMkLst>
            <pc:docMk/>
            <pc:sldMk cId="3533476408" sldId="304"/>
            <ac:spMk id="6" creationId="{EE901B42-ED6A-2AA1-9BDD-D4D25989FF09}"/>
          </ac:spMkLst>
        </pc:spChg>
        <pc:spChg chg="add mod ord">
          <ac:chgData name="Jakob Foersom (JFO.ZBC - Timelærer Kat. II - RIAH - ZBC)" userId="a854aa3e-935c-420f-a472-e4dc80d2c4bc" providerId="ADAL" clId="{D1642147-0299-46B6-9074-3489EE067615}" dt="2025-11-10T20:46:24.573" v="17155"/>
          <ac:spMkLst>
            <pc:docMk/>
            <pc:sldMk cId="3533476408" sldId="304"/>
            <ac:spMk id="7" creationId="{3104B485-6445-E92A-731D-1EB41C74F2F9}"/>
          </ac:spMkLst>
        </pc:spChg>
        <pc:spChg chg="add mod ord">
          <ac:chgData name="Jakob Foersom (JFO.ZBC - Timelærer Kat. II - RIAH - ZBC)" userId="a854aa3e-935c-420f-a472-e4dc80d2c4bc" providerId="ADAL" clId="{D1642147-0299-46B6-9074-3489EE067615}" dt="2025-11-10T20:53:24.472" v="17619" actId="20577"/>
          <ac:spMkLst>
            <pc:docMk/>
            <pc:sldMk cId="3533476408" sldId="304"/>
            <ac:spMk id="8" creationId="{A4DA7AEC-F87D-1DA6-D569-91D273EF3F17}"/>
          </ac:spMkLst>
        </pc:spChg>
      </pc:sldChg>
      <pc:sldChg chg="new del">
        <pc:chgData name="Jakob Foersom (JFO.ZBC - Timelærer Kat. II - RIAH - ZBC)" userId="a854aa3e-935c-420f-a472-e4dc80d2c4bc" providerId="ADAL" clId="{D1642147-0299-46B6-9074-3489EE067615}" dt="2025-11-13T07:04:10.681" v="18440" actId="47"/>
        <pc:sldMkLst>
          <pc:docMk/>
          <pc:sldMk cId="2094341676" sldId="305"/>
        </pc:sldMkLst>
      </pc:sldChg>
      <pc:sldChg chg="addSp delSp modSp new mod modClrScheme chgLayout modNotesTx">
        <pc:chgData name="Jakob Foersom (JFO.ZBC - Timelærer Kat. II - RIAH - ZBC)" userId="a854aa3e-935c-420f-a472-e4dc80d2c4bc" providerId="ADAL" clId="{D1642147-0299-46B6-9074-3489EE067615}" dt="2025-11-13T07:16:37.806" v="18479" actId="20577"/>
        <pc:sldMkLst>
          <pc:docMk/>
          <pc:sldMk cId="1438016798" sldId="306"/>
        </pc:sldMkLst>
        <pc:spChg chg="add mod ord">
          <ac:chgData name="Jakob Foersom (JFO.ZBC - Timelærer Kat. II - RIAH - ZBC)" userId="a854aa3e-935c-420f-a472-e4dc80d2c4bc" providerId="ADAL" clId="{D1642147-0299-46B6-9074-3489EE067615}" dt="2025-11-10T21:20:47.422" v="18182" actId="700"/>
          <ac:spMkLst>
            <pc:docMk/>
            <pc:sldMk cId="1438016798" sldId="306"/>
            <ac:spMk id="11" creationId="{7A9E3E11-F763-42C2-465E-6CD4B7DC5B63}"/>
          </ac:spMkLst>
        </pc:spChg>
        <pc:graphicFrameChg chg="add mod ord modGraphic">
          <ac:chgData name="Jakob Foersom (JFO.ZBC - Timelærer Kat. II - RIAH - ZBC)" userId="a854aa3e-935c-420f-a472-e4dc80d2c4bc" providerId="ADAL" clId="{D1642147-0299-46B6-9074-3489EE067615}" dt="2025-11-10T21:28:37.814" v="18320" actId="20577"/>
          <ac:graphicFrameMkLst>
            <pc:docMk/>
            <pc:sldMk cId="1438016798" sldId="306"/>
            <ac:graphicFrameMk id="13" creationId="{8E89B72F-077A-B6B8-643C-AC9A1993BFC2}"/>
          </ac:graphicFrameMkLst>
        </pc:graphicFrameChg>
        <pc:picChg chg="add mod ord">
          <ac:chgData name="Jakob Foersom (JFO.ZBC - Timelærer Kat. II - RIAH - ZBC)" userId="a854aa3e-935c-420f-a472-e4dc80d2c4bc" providerId="ADAL" clId="{D1642147-0299-46B6-9074-3489EE067615}" dt="2025-11-10T21:20:47.422" v="18182" actId="700"/>
          <ac:picMkLst>
            <pc:docMk/>
            <pc:sldMk cId="1438016798" sldId="306"/>
            <ac:picMk id="10" creationId="{D4D044BB-BEC8-E740-C0E4-61183C0E86C8}"/>
          </ac:picMkLst>
        </pc:picChg>
      </pc:sldChg>
      <pc:sldChg chg="modSp new mod">
        <pc:chgData name="Jakob Foersom (JFO.ZBC - Timelærer Kat. II - RIAH - ZBC)" userId="a854aa3e-935c-420f-a472-e4dc80d2c4bc" providerId="ADAL" clId="{D1642147-0299-46B6-9074-3489EE067615}" dt="2025-11-13T08:04:43.538" v="19120" actId="20577"/>
        <pc:sldMkLst>
          <pc:docMk/>
          <pc:sldMk cId="2204190876" sldId="307"/>
        </pc:sldMkLst>
        <pc:spChg chg="mod">
          <ac:chgData name="Jakob Foersom (JFO.ZBC - Timelærer Kat. II - RIAH - ZBC)" userId="a854aa3e-935c-420f-a472-e4dc80d2c4bc" providerId="ADAL" clId="{D1642147-0299-46B6-9074-3489EE067615}" dt="2025-11-13T07:23:52.138" v="18493" actId="20577"/>
          <ac:spMkLst>
            <pc:docMk/>
            <pc:sldMk cId="2204190876" sldId="307"/>
            <ac:spMk id="2" creationId="{0EACE4C3-1AC0-DC70-0E9A-A3C4353025A6}"/>
          </ac:spMkLst>
        </pc:spChg>
        <pc:spChg chg="mod">
          <ac:chgData name="Jakob Foersom (JFO.ZBC - Timelærer Kat. II - RIAH - ZBC)" userId="a854aa3e-935c-420f-a472-e4dc80d2c4bc" providerId="ADAL" clId="{D1642147-0299-46B6-9074-3489EE067615}" dt="2025-11-13T08:04:43.538" v="19120" actId="20577"/>
          <ac:spMkLst>
            <pc:docMk/>
            <pc:sldMk cId="2204190876" sldId="307"/>
            <ac:spMk id="3" creationId="{C5A5C679-B690-2C7F-6CBE-607B8B248663}"/>
          </ac:spMkLst>
        </pc:spChg>
      </pc:sldChg>
      <pc:sldChg chg="modSp new mod">
        <pc:chgData name="Jakob Foersom (JFO.ZBC - Timelærer Kat. II - RIAH - ZBC)" userId="a854aa3e-935c-420f-a472-e4dc80d2c4bc" providerId="ADAL" clId="{D1642147-0299-46B6-9074-3489EE067615}" dt="2025-11-13T07:29:25.659" v="18572" actId="20577"/>
        <pc:sldMkLst>
          <pc:docMk/>
          <pc:sldMk cId="3566762023" sldId="308"/>
        </pc:sldMkLst>
        <pc:spChg chg="mod">
          <ac:chgData name="Jakob Foersom (JFO.ZBC - Timelærer Kat. II - RIAH - ZBC)" userId="a854aa3e-935c-420f-a472-e4dc80d2c4bc" providerId="ADAL" clId="{D1642147-0299-46B6-9074-3489EE067615}" dt="2025-11-13T07:29:25.659" v="18572" actId="20577"/>
          <ac:spMkLst>
            <pc:docMk/>
            <pc:sldMk cId="3566762023" sldId="308"/>
            <ac:spMk id="2" creationId="{D1B3AD16-4ABB-3705-F0E7-9292BC7D711C}"/>
          </ac:spMkLst>
        </pc:spChg>
      </pc:sldChg>
      <pc:sldChg chg="modSp new mod">
        <pc:chgData name="Jakob Foersom (JFO.ZBC - Timelærer Kat. II - RIAH - ZBC)" userId="a854aa3e-935c-420f-a472-e4dc80d2c4bc" providerId="ADAL" clId="{D1642147-0299-46B6-9074-3489EE067615}" dt="2025-11-13T08:28:54.084" v="19133" actId="20577"/>
        <pc:sldMkLst>
          <pc:docMk/>
          <pc:sldMk cId="1374998490" sldId="309"/>
        </pc:sldMkLst>
        <pc:spChg chg="mod">
          <ac:chgData name="Jakob Foersom (JFO.ZBC - Timelærer Kat. II - RIAH - ZBC)" userId="a854aa3e-935c-420f-a472-e4dc80d2c4bc" providerId="ADAL" clId="{D1642147-0299-46B6-9074-3489EE067615}" dt="2025-11-13T08:28:54.084" v="19133" actId="20577"/>
          <ac:spMkLst>
            <pc:docMk/>
            <pc:sldMk cId="1374998490" sldId="309"/>
            <ac:spMk id="2" creationId="{3A352283-1423-675B-25C8-BB254E58BB51}"/>
          </ac:spMkLst>
        </pc:spChg>
      </pc:sldChg>
      <pc:sldChg chg="modSp new del">
        <pc:chgData name="Jakob Foersom (JFO.ZBC - Timelærer Kat. II - RIAH - ZBC)" userId="a854aa3e-935c-420f-a472-e4dc80d2c4bc" providerId="ADAL" clId="{D1642147-0299-46B6-9074-3489EE067615}" dt="2025-11-13T08:26:15.900" v="19121" actId="47"/>
        <pc:sldMkLst>
          <pc:docMk/>
          <pc:sldMk cId="2755951828" sldId="309"/>
        </pc:sldMkLst>
        <pc:spChg chg="mod">
          <ac:chgData name="Jakob Foersom (JFO.ZBC - Timelærer Kat. II - RIAH - ZBC)" userId="a854aa3e-935c-420f-a472-e4dc80d2c4bc" providerId="ADAL" clId="{D1642147-0299-46B6-9074-3489EE067615}" dt="2025-11-13T07:54:36.039" v="18574"/>
          <ac:spMkLst>
            <pc:docMk/>
            <pc:sldMk cId="2755951828" sldId="309"/>
            <ac:spMk id="2" creationId="{9585D36F-A09D-E20B-CF9F-2B67A21ECEDD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44EC18-6112-4537-A207-903D0FF6CE52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F1C7684-68C4-4266-9111-6645A456BFD0}">
      <dgm:prSet/>
      <dgm:spPr/>
      <dgm:t>
        <a:bodyPr/>
        <a:lstStyle/>
        <a:p>
          <a:r>
            <a:rPr lang="da-DK"/>
            <a:t>Unsupervised learning.</a:t>
          </a:r>
          <a:endParaRPr lang="en-US"/>
        </a:p>
      </dgm:t>
    </dgm:pt>
    <dgm:pt modelId="{E0A457DA-337A-4340-87B2-1813BDFD8A11}" type="parTrans" cxnId="{140465B4-408A-46A9-872E-E55E4C2E7625}">
      <dgm:prSet/>
      <dgm:spPr/>
      <dgm:t>
        <a:bodyPr/>
        <a:lstStyle/>
        <a:p>
          <a:endParaRPr lang="en-US"/>
        </a:p>
      </dgm:t>
    </dgm:pt>
    <dgm:pt modelId="{EB83ECD6-58CF-4D6E-9C3F-CBF6DB2132DF}" type="sibTrans" cxnId="{140465B4-408A-46A9-872E-E55E4C2E7625}">
      <dgm:prSet/>
      <dgm:spPr/>
      <dgm:t>
        <a:bodyPr/>
        <a:lstStyle/>
        <a:p>
          <a:endParaRPr lang="en-US"/>
        </a:p>
      </dgm:t>
    </dgm:pt>
    <dgm:pt modelId="{76C5A70B-32D5-4A7E-A1E1-EE81BBE0FC52}">
      <dgm:prSet/>
      <dgm:spPr/>
      <dgm:t>
        <a:bodyPr/>
        <a:lstStyle/>
        <a:p>
          <a:r>
            <a:rPr lang="da-DK"/>
            <a:t>Den samler data i samme gruppe som minder om hinanden uden at vide noget om klasserne på for hånd. (Tænk på barnet med bunken af dyr).</a:t>
          </a:r>
          <a:endParaRPr lang="en-US"/>
        </a:p>
      </dgm:t>
    </dgm:pt>
    <dgm:pt modelId="{F6718390-83B0-4F65-9747-FEF6DB14178F}" type="parTrans" cxnId="{D4AF9866-2701-4EA5-97E1-5F0F7A632D28}">
      <dgm:prSet/>
      <dgm:spPr/>
      <dgm:t>
        <a:bodyPr/>
        <a:lstStyle/>
        <a:p>
          <a:endParaRPr lang="en-US"/>
        </a:p>
      </dgm:t>
    </dgm:pt>
    <dgm:pt modelId="{7C9E0248-9796-482A-9C5B-4A5117724C5E}" type="sibTrans" cxnId="{D4AF9866-2701-4EA5-97E1-5F0F7A632D28}">
      <dgm:prSet/>
      <dgm:spPr/>
      <dgm:t>
        <a:bodyPr/>
        <a:lstStyle/>
        <a:p>
          <a:endParaRPr lang="en-US"/>
        </a:p>
      </dgm:t>
    </dgm:pt>
    <dgm:pt modelId="{4C531C29-B3E5-456E-B1E8-828B0D8AA616}">
      <dgm:prSet/>
      <dgm:spPr/>
      <dgm:t>
        <a:bodyPr/>
        <a:lstStyle/>
        <a:p>
          <a:r>
            <a:rPr lang="da-DK"/>
            <a:t>Modellen opdager selv strukturen i mønstret.</a:t>
          </a:r>
          <a:endParaRPr lang="en-US"/>
        </a:p>
      </dgm:t>
    </dgm:pt>
    <dgm:pt modelId="{2C5867FC-50F9-4B4A-BB2B-1B74819CBC67}" type="parTrans" cxnId="{0A6E786C-237A-4F80-BA71-D43DD2533D37}">
      <dgm:prSet/>
      <dgm:spPr/>
      <dgm:t>
        <a:bodyPr/>
        <a:lstStyle/>
        <a:p>
          <a:endParaRPr lang="en-US"/>
        </a:p>
      </dgm:t>
    </dgm:pt>
    <dgm:pt modelId="{27AAC3DE-8B4A-4249-8E2B-5A0A5EE7C830}" type="sibTrans" cxnId="{0A6E786C-237A-4F80-BA71-D43DD2533D37}">
      <dgm:prSet/>
      <dgm:spPr/>
      <dgm:t>
        <a:bodyPr/>
        <a:lstStyle/>
        <a:p>
          <a:endParaRPr lang="en-US"/>
        </a:p>
      </dgm:t>
    </dgm:pt>
    <dgm:pt modelId="{7766B28E-8B00-443E-91B0-3EBAE7C28ED2}" type="pres">
      <dgm:prSet presAssocID="{5744EC18-6112-4537-A207-903D0FF6CE52}" presName="vert0" presStyleCnt="0">
        <dgm:presLayoutVars>
          <dgm:dir/>
          <dgm:animOne val="branch"/>
          <dgm:animLvl val="lvl"/>
        </dgm:presLayoutVars>
      </dgm:prSet>
      <dgm:spPr/>
    </dgm:pt>
    <dgm:pt modelId="{22F35423-0F44-4FDF-A274-66C6B6DFE0B0}" type="pres">
      <dgm:prSet presAssocID="{5F1C7684-68C4-4266-9111-6645A456BFD0}" presName="thickLine" presStyleLbl="alignNode1" presStyleIdx="0" presStyleCnt="3"/>
      <dgm:spPr/>
    </dgm:pt>
    <dgm:pt modelId="{622F5C82-EEF4-4D55-B7D0-779B9FFD8D7F}" type="pres">
      <dgm:prSet presAssocID="{5F1C7684-68C4-4266-9111-6645A456BFD0}" presName="horz1" presStyleCnt="0"/>
      <dgm:spPr/>
    </dgm:pt>
    <dgm:pt modelId="{B95E8D97-FE1F-4FFE-BF2F-10F848E6D3A3}" type="pres">
      <dgm:prSet presAssocID="{5F1C7684-68C4-4266-9111-6645A456BFD0}" presName="tx1" presStyleLbl="revTx" presStyleIdx="0" presStyleCnt="3"/>
      <dgm:spPr/>
    </dgm:pt>
    <dgm:pt modelId="{D8B78103-7392-4850-A9F5-A3EAFB27B23D}" type="pres">
      <dgm:prSet presAssocID="{5F1C7684-68C4-4266-9111-6645A456BFD0}" presName="vert1" presStyleCnt="0"/>
      <dgm:spPr/>
    </dgm:pt>
    <dgm:pt modelId="{662D6DC7-7D6A-422A-AED2-9EB6175CFA83}" type="pres">
      <dgm:prSet presAssocID="{76C5A70B-32D5-4A7E-A1E1-EE81BBE0FC52}" presName="thickLine" presStyleLbl="alignNode1" presStyleIdx="1" presStyleCnt="3"/>
      <dgm:spPr/>
    </dgm:pt>
    <dgm:pt modelId="{091B27BE-7563-44DC-99D1-733C4394E9DC}" type="pres">
      <dgm:prSet presAssocID="{76C5A70B-32D5-4A7E-A1E1-EE81BBE0FC52}" presName="horz1" presStyleCnt="0"/>
      <dgm:spPr/>
    </dgm:pt>
    <dgm:pt modelId="{AB27E807-CC81-472F-9FA9-EB215CEB934F}" type="pres">
      <dgm:prSet presAssocID="{76C5A70B-32D5-4A7E-A1E1-EE81BBE0FC52}" presName="tx1" presStyleLbl="revTx" presStyleIdx="1" presStyleCnt="3"/>
      <dgm:spPr/>
    </dgm:pt>
    <dgm:pt modelId="{C42FCFE1-6936-4189-A75E-1A7C425A55DB}" type="pres">
      <dgm:prSet presAssocID="{76C5A70B-32D5-4A7E-A1E1-EE81BBE0FC52}" presName="vert1" presStyleCnt="0"/>
      <dgm:spPr/>
    </dgm:pt>
    <dgm:pt modelId="{8D6679D5-7FC9-441E-AD2F-A6B7204C9B05}" type="pres">
      <dgm:prSet presAssocID="{4C531C29-B3E5-456E-B1E8-828B0D8AA616}" presName="thickLine" presStyleLbl="alignNode1" presStyleIdx="2" presStyleCnt="3"/>
      <dgm:spPr/>
    </dgm:pt>
    <dgm:pt modelId="{CFA9C2AB-BD88-4282-9813-D9F6386AF4E2}" type="pres">
      <dgm:prSet presAssocID="{4C531C29-B3E5-456E-B1E8-828B0D8AA616}" presName="horz1" presStyleCnt="0"/>
      <dgm:spPr/>
    </dgm:pt>
    <dgm:pt modelId="{C052CC82-E8E5-4BFA-B0E0-48D47296C1B2}" type="pres">
      <dgm:prSet presAssocID="{4C531C29-B3E5-456E-B1E8-828B0D8AA616}" presName="tx1" presStyleLbl="revTx" presStyleIdx="2" presStyleCnt="3"/>
      <dgm:spPr/>
    </dgm:pt>
    <dgm:pt modelId="{15FB8034-D9D2-4867-8A6B-EA2EC1310F99}" type="pres">
      <dgm:prSet presAssocID="{4C531C29-B3E5-456E-B1E8-828B0D8AA616}" presName="vert1" presStyleCnt="0"/>
      <dgm:spPr/>
    </dgm:pt>
  </dgm:ptLst>
  <dgm:cxnLst>
    <dgm:cxn modelId="{26335218-3438-4B9D-87C4-5D20B2C1EDCF}" type="presOf" srcId="{4C531C29-B3E5-456E-B1E8-828B0D8AA616}" destId="{C052CC82-E8E5-4BFA-B0E0-48D47296C1B2}" srcOrd="0" destOrd="0" presId="urn:microsoft.com/office/officeart/2008/layout/LinedList"/>
    <dgm:cxn modelId="{9A9D1145-354A-4347-B351-543D1F3B35A0}" type="presOf" srcId="{76C5A70B-32D5-4A7E-A1E1-EE81BBE0FC52}" destId="{AB27E807-CC81-472F-9FA9-EB215CEB934F}" srcOrd="0" destOrd="0" presId="urn:microsoft.com/office/officeart/2008/layout/LinedList"/>
    <dgm:cxn modelId="{D4AF9866-2701-4EA5-97E1-5F0F7A632D28}" srcId="{5744EC18-6112-4537-A207-903D0FF6CE52}" destId="{76C5A70B-32D5-4A7E-A1E1-EE81BBE0FC52}" srcOrd="1" destOrd="0" parTransId="{F6718390-83B0-4F65-9747-FEF6DB14178F}" sibTransId="{7C9E0248-9796-482A-9C5B-4A5117724C5E}"/>
    <dgm:cxn modelId="{0A6E786C-237A-4F80-BA71-D43DD2533D37}" srcId="{5744EC18-6112-4537-A207-903D0FF6CE52}" destId="{4C531C29-B3E5-456E-B1E8-828B0D8AA616}" srcOrd="2" destOrd="0" parTransId="{2C5867FC-50F9-4B4A-BB2B-1B74819CBC67}" sibTransId="{27AAC3DE-8B4A-4249-8E2B-5A0A5EE7C830}"/>
    <dgm:cxn modelId="{80971D98-B1F0-42D0-8BD7-637CE52BAF8C}" type="presOf" srcId="{5744EC18-6112-4537-A207-903D0FF6CE52}" destId="{7766B28E-8B00-443E-91B0-3EBAE7C28ED2}" srcOrd="0" destOrd="0" presId="urn:microsoft.com/office/officeart/2008/layout/LinedList"/>
    <dgm:cxn modelId="{140465B4-408A-46A9-872E-E55E4C2E7625}" srcId="{5744EC18-6112-4537-A207-903D0FF6CE52}" destId="{5F1C7684-68C4-4266-9111-6645A456BFD0}" srcOrd="0" destOrd="0" parTransId="{E0A457DA-337A-4340-87B2-1813BDFD8A11}" sibTransId="{EB83ECD6-58CF-4D6E-9C3F-CBF6DB2132DF}"/>
    <dgm:cxn modelId="{A7D068C6-AE64-457F-9072-EF644ADAEFE7}" type="presOf" srcId="{5F1C7684-68C4-4266-9111-6645A456BFD0}" destId="{B95E8D97-FE1F-4FFE-BF2F-10F848E6D3A3}" srcOrd="0" destOrd="0" presId="urn:microsoft.com/office/officeart/2008/layout/LinedList"/>
    <dgm:cxn modelId="{EA37291A-C2AA-43BC-95AF-B31A0BDF7173}" type="presParOf" srcId="{7766B28E-8B00-443E-91B0-3EBAE7C28ED2}" destId="{22F35423-0F44-4FDF-A274-66C6B6DFE0B0}" srcOrd="0" destOrd="0" presId="urn:microsoft.com/office/officeart/2008/layout/LinedList"/>
    <dgm:cxn modelId="{97209342-9AFC-4E91-91E0-5522D4A218BB}" type="presParOf" srcId="{7766B28E-8B00-443E-91B0-3EBAE7C28ED2}" destId="{622F5C82-EEF4-4D55-B7D0-779B9FFD8D7F}" srcOrd="1" destOrd="0" presId="urn:microsoft.com/office/officeart/2008/layout/LinedList"/>
    <dgm:cxn modelId="{7FA66A66-79AB-4A98-BD9B-F01BB840A97C}" type="presParOf" srcId="{622F5C82-EEF4-4D55-B7D0-779B9FFD8D7F}" destId="{B95E8D97-FE1F-4FFE-BF2F-10F848E6D3A3}" srcOrd="0" destOrd="0" presId="urn:microsoft.com/office/officeart/2008/layout/LinedList"/>
    <dgm:cxn modelId="{CCE180EB-9A97-4DF0-8884-F5C7920E35EC}" type="presParOf" srcId="{622F5C82-EEF4-4D55-B7D0-779B9FFD8D7F}" destId="{D8B78103-7392-4850-A9F5-A3EAFB27B23D}" srcOrd="1" destOrd="0" presId="urn:microsoft.com/office/officeart/2008/layout/LinedList"/>
    <dgm:cxn modelId="{6CCA00CE-6BF1-4E7F-B72D-DF33A2B2712B}" type="presParOf" srcId="{7766B28E-8B00-443E-91B0-3EBAE7C28ED2}" destId="{662D6DC7-7D6A-422A-AED2-9EB6175CFA83}" srcOrd="2" destOrd="0" presId="urn:microsoft.com/office/officeart/2008/layout/LinedList"/>
    <dgm:cxn modelId="{8A15C168-3664-4DF3-B2F1-105F98D9A994}" type="presParOf" srcId="{7766B28E-8B00-443E-91B0-3EBAE7C28ED2}" destId="{091B27BE-7563-44DC-99D1-733C4394E9DC}" srcOrd="3" destOrd="0" presId="urn:microsoft.com/office/officeart/2008/layout/LinedList"/>
    <dgm:cxn modelId="{902F67E5-1313-478A-89A1-850DAEE5C2AD}" type="presParOf" srcId="{091B27BE-7563-44DC-99D1-733C4394E9DC}" destId="{AB27E807-CC81-472F-9FA9-EB215CEB934F}" srcOrd="0" destOrd="0" presId="urn:microsoft.com/office/officeart/2008/layout/LinedList"/>
    <dgm:cxn modelId="{54158F32-9E30-44C3-892D-001CA185580B}" type="presParOf" srcId="{091B27BE-7563-44DC-99D1-733C4394E9DC}" destId="{C42FCFE1-6936-4189-A75E-1A7C425A55DB}" srcOrd="1" destOrd="0" presId="urn:microsoft.com/office/officeart/2008/layout/LinedList"/>
    <dgm:cxn modelId="{4D81C79C-063A-41E7-AB8E-8272D1417B0C}" type="presParOf" srcId="{7766B28E-8B00-443E-91B0-3EBAE7C28ED2}" destId="{8D6679D5-7FC9-441E-AD2F-A6B7204C9B05}" srcOrd="4" destOrd="0" presId="urn:microsoft.com/office/officeart/2008/layout/LinedList"/>
    <dgm:cxn modelId="{4D764283-C3E2-4B3E-94C2-24402C67C8B1}" type="presParOf" srcId="{7766B28E-8B00-443E-91B0-3EBAE7C28ED2}" destId="{CFA9C2AB-BD88-4282-9813-D9F6386AF4E2}" srcOrd="5" destOrd="0" presId="urn:microsoft.com/office/officeart/2008/layout/LinedList"/>
    <dgm:cxn modelId="{2895DD50-EC02-466A-89B7-EEFAA78936E5}" type="presParOf" srcId="{CFA9C2AB-BD88-4282-9813-D9F6386AF4E2}" destId="{C052CC82-E8E5-4BFA-B0E0-48D47296C1B2}" srcOrd="0" destOrd="0" presId="urn:microsoft.com/office/officeart/2008/layout/LinedList"/>
    <dgm:cxn modelId="{0CBA13A7-126A-4679-A86B-7649C59B8140}" type="presParOf" srcId="{CFA9C2AB-BD88-4282-9813-D9F6386AF4E2}" destId="{15FB8034-D9D2-4867-8A6B-EA2EC1310F9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F35423-0F44-4FDF-A274-66C6B6DFE0B0}">
      <dsp:nvSpPr>
        <dsp:cNvPr id="0" name=""/>
        <dsp:cNvSpPr/>
      </dsp:nvSpPr>
      <dsp:spPr>
        <a:xfrm>
          <a:off x="0" y="2700"/>
          <a:ext cx="629171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5E8D97-FE1F-4FFE-BF2F-10F848E6D3A3}">
      <dsp:nvSpPr>
        <dsp:cNvPr id="0" name=""/>
        <dsp:cNvSpPr/>
      </dsp:nvSpPr>
      <dsp:spPr>
        <a:xfrm>
          <a:off x="0" y="2700"/>
          <a:ext cx="6291714" cy="18417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800" kern="1200"/>
            <a:t>Unsupervised learning.</a:t>
          </a:r>
          <a:endParaRPr lang="en-US" sz="2800" kern="1200"/>
        </a:p>
      </dsp:txBody>
      <dsp:txXfrm>
        <a:off x="0" y="2700"/>
        <a:ext cx="6291714" cy="1841777"/>
      </dsp:txXfrm>
    </dsp:sp>
    <dsp:sp modelId="{662D6DC7-7D6A-422A-AED2-9EB6175CFA83}">
      <dsp:nvSpPr>
        <dsp:cNvPr id="0" name=""/>
        <dsp:cNvSpPr/>
      </dsp:nvSpPr>
      <dsp:spPr>
        <a:xfrm>
          <a:off x="0" y="1844478"/>
          <a:ext cx="6291714" cy="0"/>
        </a:xfrm>
        <a:prstGeom prst="line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27E807-CC81-472F-9FA9-EB215CEB934F}">
      <dsp:nvSpPr>
        <dsp:cNvPr id="0" name=""/>
        <dsp:cNvSpPr/>
      </dsp:nvSpPr>
      <dsp:spPr>
        <a:xfrm>
          <a:off x="0" y="1844478"/>
          <a:ext cx="6291714" cy="18417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800" kern="1200"/>
            <a:t>Den samler data i samme gruppe som minder om hinanden uden at vide noget om klasserne på for hånd. (Tænk på barnet med bunken af dyr).</a:t>
          </a:r>
          <a:endParaRPr lang="en-US" sz="2800" kern="1200"/>
        </a:p>
      </dsp:txBody>
      <dsp:txXfrm>
        <a:off x="0" y="1844478"/>
        <a:ext cx="6291714" cy="1841777"/>
      </dsp:txXfrm>
    </dsp:sp>
    <dsp:sp modelId="{8D6679D5-7FC9-441E-AD2F-A6B7204C9B05}">
      <dsp:nvSpPr>
        <dsp:cNvPr id="0" name=""/>
        <dsp:cNvSpPr/>
      </dsp:nvSpPr>
      <dsp:spPr>
        <a:xfrm>
          <a:off x="0" y="3686256"/>
          <a:ext cx="6291714" cy="0"/>
        </a:xfrm>
        <a:prstGeom prst="line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52CC82-E8E5-4BFA-B0E0-48D47296C1B2}">
      <dsp:nvSpPr>
        <dsp:cNvPr id="0" name=""/>
        <dsp:cNvSpPr/>
      </dsp:nvSpPr>
      <dsp:spPr>
        <a:xfrm>
          <a:off x="0" y="3686256"/>
          <a:ext cx="6291714" cy="18417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800" kern="1200"/>
            <a:t>Modellen opdager selv strukturen i mønstret.</a:t>
          </a:r>
          <a:endParaRPr lang="en-US" sz="2800" kern="1200"/>
        </a:p>
      </dsp:txBody>
      <dsp:txXfrm>
        <a:off x="0" y="3686256"/>
        <a:ext cx="6291714" cy="184177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886398-1440-4F36-92CE-0BDE533C1281}" type="datetimeFigureOut">
              <a:rPr lang="da-DK" smtClean="0"/>
              <a:t>13-11-2025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A57F9D-99A1-4129-BCB7-81A9015D75EE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289899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Normalt når man programmerer så fortæller udvikleren computeren hvad den skal. </a:t>
            </a:r>
            <a:b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Med </a:t>
            </a:r>
            <a:r>
              <a:rPr lang="da-DK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machine</a:t>
            </a:r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learningen giver udvikleren computeren nogle algoritmer som hjælper computeren med at lærer ud af data uden eksplicit at blive programmeret til det. </a:t>
            </a:r>
          </a:p>
          <a:p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Eksempel:</a:t>
            </a:r>
            <a:b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da-DK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 programmere på den klassiske måde er som at bage en kage efter en opskrift. Udvikleren (bageren) fortæller computeren (køkkenet) helt præcist, hvilke ingredienser der skal bruges, i hvilken rækkefølge og hvor længe det hele skal i ovnen.</a:t>
            </a:r>
            <a:endParaRPr lang="da-D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a-DK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Machine learning er mere som at lære en ven at bage ved at give dem en masse eksempler på færdige kager og de tilhørende opskrifter. I stedet for at følge én opskrift slavisk, opdager vennen selv mønstre: “Aha, hver gang der er chokolade, bruges der smør og sukker på denne måde.” Så kan de bage en ny kage uden at have fået den eksakte opskrift – blot ud fra det, de har lært af eksemplerne.</a:t>
            </a:r>
            <a:endParaRPr lang="da-D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a-DK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da-D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Forskel på AI og ML</a:t>
            </a:r>
          </a:p>
          <a:p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Artificiel Intelligence er målet at få computeren til at udfører menneske ligne opgaver eller simuleret menneske ligne opførelse. </a:t>
            </a:r>
          </a:p>
          <a:p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Machine Learning er en underkategori/underdisciplin af AI hvor computeren skal lærer ud fra et datasæt.</a:t>
            </a:r>
          </a:p>
          <a:p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Deep learning er bedre til datasæt.</a:t>
            </a:r>
          </a:p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A57F9D-99A1-4129-BCB7-81A9015D75EE}" type="slidenum">
              <a:rPr lang="da-DK" smtClean="0"/>
              <a:t>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659008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i="1" dirty="0"/>
              <a:t>Bruger labeled inputs (</a:t>
            </a:r>
            <a:r>
              <a:rPr lang="en-US" sz="1200" i="1" dirty="0" err="1"/>
              <a:t>dvs</a:t>
            </a:r>
            <a:r>
              <a:rPr lang="en-US" sz="1200" i="1" dirty="0"/>
              <a:t>. at </a:t>
            </a:r>
            <a:r>
              <a:rPr lang="en-US" sz="1200" i="1" dirty="0" err="1"/>
              <a:t>hvert</a:t>
            </a:r>
            <a:r>
              <a:rPr lang="en-US" sz="1200" i="1" dirty="0"/>
              <a:t> input </a:t>
            </a:r>
            <a:r>
              <a:rPr lang="en-US" sz="1200" i="1" dirty="0" err="1"/>
              <a:t>har</a:t>
            </a:r>
            <a:r>
              <a:rPr lang="en-US" sz="1200" i="1" dirty="0"/>
              <a:t> </a:t>
            </a:r>
            <a:r>
              <a:rPr lang="en-US" sz="1200" i="1" dirty="0" err="1"/>
              <a:t>en</a:t>
            </a:r>
            <a:r>
              <a:rPr lang="en-US" sz="1200" i="1" dirty="0"/>
              <a:t> </a:t>
            </a:r>
            <a:r>
              <a:rPr lang="en-US" sz="1200" i="1" dirty="0" err="1"/>
              <a:t>korrekt</a:t>
            </a:r>
            <a:r>
              <a:rPr lang="en-US" sz="1200" i="1" dirty="0"/>
              <a:t> “facit-label”) </a:t>
            </a:r>
            <a:r>
              <a:rPr lang="en-US" sz="1200" i="1" dirty="0" err="1"/>
              <a:t>til</a:t>
            </a:r>
            <a:r>
              <a:rPr lang="en-US" sz="1200" i="1" dirty="0"/>
              <a:t> at </a:t>
            </a:r>
            <a:r>
              <a:rPr lang="en-US" sz="1200" i="1" dirty="0" err="1"/>
              <a:t>træne</a:t>
            </a:r>
            <a:r>
              <a:rPr lang="en-US" sz="1200" i="1" dirty="0"/>
              <a:t> </a:t>
            </a:r>
            <a:r>
              <a:rPr lang="en-US" sz="1200" i="1" dirty="0" err="1"/>
              <a:t>modeller</a:t>
            </a:r>
            <a:r>
              <a:rPr lang="en-US" sz="1200" i="1" dirty="0"/>
              <a:t>, </a:t>
            </a:r>
            <a:r>
              <a:rPr lang="en-US" sz="1200" i="1" dirty="0" err="1"/>
              <a:t>så</a:t>
            </a:r>
            <a:r>
              <a:rPr lang="en-US" sz="1200" i="1" dirty="0"/>
              <a:t> de </a:t>
            </a:r>
            <a:r>
              <a:rPr lang="en-US" sz="1200" i="1" dirty="0" err="1"/>
              <a:t>kan</a:t>
            </a:r>
            <a:r>
              <a:rPr lang="en-US" sz="1200" i="1" dirty="0"/>
              <a:t> </a:t>
            </a:r>
            <a:r>
              <a:rPr lang="en-US" sz="1200" i="1" dirty="0" err="1"/>
              <a:t>lære</a:t>
            </a:r>
            <a:r>
              <a:rPr lang="en-US" sz="1200" i="1" dirty="0"/>
              <a:t> det </a:t>
            </a:r>
            <a:r>
              <a:rPr lang="en-US" sz="1200" i="1" dirty="0" err="1"/>
              <a:t>rigtige</a:t>
            </a:r>
            <a:r>
              <a:rPr lang="en-US" sz="1200" i="1" dirty="0"/>
              <a:t> output.</a:t>
            </a:r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A57F9D-99A1-4129-BCB7-81A9015D75EE}" type="slidenum">
              <a:rPr lang="da-DK" smtClean="0"/>
              <a:t>4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837162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i="1" dirty="0"/>
              <a:t>Bruger unlabeled data </a:t>
            </a:r>
            <a:r>
              <a:rPr lang="en-US" sz="1200" i="1" dirty="0" err="1"/>
              <a:t>til</a:t>
            </a:r>
            <a:r>
              <a:rPr lang="en-US" sz="1200" i="1" dirty="0"/>
              <a:t> at </a:t>
            </a:r>
            <a:r>
              <a:rPr lang="en-US" sz="1200" i="1" dirty="0" err="1"/>
              <a:t>finde</a:t>
            </a:r>
            <a:r>
              <a:rPr lang="en-US" sz="1200" i="1" dirty="0"/>
              <a:t> </a:t>
            </a:r>
            <a:r>
              <a:rPr lang="en-US" sz="1200" i="1" dirty="0" err="1"/>
              <a:t>mønstre</a:t>
            </a:r>
            <a:r>
              <a:rPr lang="en-US" sz="1200" i="1" dirty="0"/>
              <a:t> </a:t>
            </a:r>
            <a:r>
              <a:rPr lang="en-US" sz="1200" i="1" dirty="0" err="1"/>
              <a:t>og</a:t>
            </a:r>
            <a:r>
              <a:rPr lang="en-US" sz="1200" i="1" dirty="0"/>
              <a:t> </a:t>
            </a:r>
            <a:r>
              <a:rPr lang="en-US" sz="1200" i="1" dirty="0" err="1"/>
              <a:t>strukturer</a:t>
            </a:r>
            <a:r>
              <a:rPr lang="en-US" sz="1200" i="1" dirty="0"/>
              <a:t> </a:t>
            </a:r>
            <a:r>
              <a:rPr lang="en-US" sz="1200" i="1" dirty="0" err="1"/>
              <a:t>uden</a:t>
            </a:r>
            <a:r>
              <a:rPr lang="en-US" sz="1200" i="1" dirty="0"/>
              <a:t> at </a:t>
            </a:r>
            <a:r>
              <a:rPr lang="en-US" sz="1200" i="1" dirty="0" err="1"/>
              <a:t>kende</a:t>
            </a:r>
            <a:r>
              <a:rPr lang="en-US" sz="1200" i="1" dirty="0"/>
              <a:t> de </a:t>
            </a:r>
            <a:r>
              <a:rPr lang="en-US" sz="1200" i="1" dirty="0" err="1"/>
              <a:t>rigtige</a:t>
            </a:r>
            <a:r>
              <a:rPr lang="en-US" sz="1200" i="1" dirty="0"/>
              <a:t> labels </a:t>
            </a:r>
            <a:r>
              <a:rPr lang="en-US" sz="1200" i="1" dirty="0" err="1"/>
              <a:t>på</a:t>
            </a:r>
            <a:r>
              <a:rPr lang="en-US" sz="1200" i="1" dirty="0"/>
              <a:t> </a:t>
            </a:r>
            <a:r>
              <a:rPr lang="en-US" sz="1200" i="1" dirty="0" err="1"/>
              <a:t>forhånd</a:t>
            </a:r>
            <a:r>
              <a:rPr lang="en-US" sz="1200" i="1" dirty="0"/>
              <a:t>.</a:t>
            </a:r>
            <a:endParaRPr lang="en-US" sz="1200" dirty="0"/>
          </a:p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A57F9D-99A1-4129-BCB7-81A9015D75EE}" type="slidenum">
              <a:rPr lang="da-DK" smtClean="0"/>
              <a:t>5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4206323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Bruger </a:t>
            </a:r>
            <a:r>
              <a:rPr lang="da-DK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trial-and-</a:t>
            </a:r>
            <a:r>
              <a:rPr lang="da-DK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error</a:t>
            </a:r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med belønninger og straf til at lære, hvordan man handler i en situation for at opnå det bedste resultat. Modellen lærer altså gennem erfaring, ikke ved labels eller ved at opdage mønstre alene.</a:t>
            </a:r>
          </a:p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A57F9D-99A1-4129-BCB7-81A9015D75EE}" type="slidenum">
              <a:rPr lang="da-DK" smtClean="0"/>
              <a:t>6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736070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“Features er spørgsmålene – </a:t>
            </a:r>
            <a:r>
              <a:rPr lang="da-DK" dirty="0" err="1"/>
              <a:t>target</a:t>
            </a:r>
            <a:r>
              <a:rPr lang="da-DK" dirty="0"/>
              <a:t> er svaret.”</a:t>
            </a:r>
            <a:br>
              <a:rPr lang="da-DK" dirty="0"/>
            </a:br>
            <a:r>
              <a:rPr lang="da-DK" dirty="0"/>
              <a:t>Fx:</a:t>
            </a:r>
          </a:p>
          <a:p>
            <a:r>
              <a:rPr lang="da-DK" dirty="0"/>
              <a:t>Spørgsmål (feature): Hvor mange timer læste du?</a:t>
            </a:r>
          </a:p>
          <a:p>
            <a:r>
              <a:rPr lang="da-DK" dirty="0"/>
              <a:t>Svar (</a:t>
            </a:r>
            <a:r>
              <a:rPr lang="da-DK" dirty="0" err="1"/>
              <a:t>target</a:t>
            </a:r>
            <a:r>
              <a:rPr lang="da-DK" dirty="0"/>
              <a:t>): Hvad scorede du?</a:t>
            </a:r>
          </a:p>
          <a:p>
            <a:r>
              <a:rPr lang="da-DK" dirty="0"/>
              <a:t>Modellens gæt (</a:t>
            </a:r>
            <a:r>
              <a:rPr lang="da-DK" dirty="0" err="1"/>
              <a:t>prediction</a:t>
            </a:r>
            <a:r>
              <a:rPr lang="da-DK" dirty="0"/>
              <a:t>): Hvad tror jeg, du </a:t>
            </a:r>
            <a:r>
              <a:rPr lang="da-DK" i="1" dirty="0"/>
              <a:t>ville</a:t>
            </a:r>
            <a:r>
              <a:rPr lang="da-DK" dirty="0"/>
              <a:t> score?</a:t>
            </a:r>
          </a:p>
          <a:p>
            <a:endParaRPr lang="da-DK" dirty="0"/>
          </a:p>
          <a:p>
            <a:r>
              <a:rPr lang="da-DK" dirty="0"/>
              <a:t>Det er </a:t>
            </a:r>
            <a:r>
              <a:rPr lang="da-DK" dirty="0" err="1"/>
              <a:t>vigitgt</a:t>
            </a:r>
            <a:r>
              <a:rPr lang="da-DK" dirty="0"/>
              <a:t> at udvælge de rigtige features når man skal træne sin model. </a:t>
            </a:r>
            <a:br>
              <a:rPr lang="da-DK" dirty="0"/>
            </a:br>
            <a:r>
              <a:rPr lang="da-DK" dirty="0"/>
              <a:t>Hvis jeg skal forudsige hvor godt en elev klarer sig i en test </a:t>
            </a:r>
          </a:p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A57F9D-99A1-4129-BCB7-81A9015D75EE}" type="slidenum">
              <a:rPr lang="da-DK" smtClean="0"/>
              <a:t>7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5118679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a-DK" dirty="0"/>
              <a:t>Det er </a:t>
            </a:r>
            <a:r>
              <a:rPr lang="da-DK" dirty="0" err="1"/>
              <a:t>vigitgt</a:t>
            </a:r>
            <a:r>
              <a:rPr lang="da-DK" dirty="0"/>
              <a:t> at udvælge de rigtige features når man skal træne sin model. </a:t>
            </a:r>
            <a:br>
              <a:rPr lang="da-DK" dirty="0"/>
            </a:br>
            <a:r>
              <a:rPr lang="da-DK" dirty="0"/>
              <a:t>Hvis jeg skal forudsige hvor godt en elev klarer sig i en test hvilke features giver det så mening at vælge?</a:t>
            </a:r>
          </a:p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A57F9D-99A1-4129-BCB7-81A9015D75EE}" type="slidenum">
              <a:rPr lang="da-DK" smtClean="0"/>
              <a:t>8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1224082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not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da-DK" b="0" dirty="0"/>
                  <a:t>Regression er en metode, hvor en maskine lærer en sammenhæng mellem talværdier.</a:t>
                </a:r>
                <a:br>
                  <a:rPr lang="da-DK" b="0" dirty="0"/>
                </a:br>
                <a:r>
                  <a:rPr lang="da-DK" b="0" dirty="0"/>
                  <a:t>Vi prøver at forudsige en </a:t>
                </a:r>
                <a:r>
                  <a:rPr lang="da-DK" b="0" i="1" dirty="0"/>
                  <a:t>kontinuert</a:t>
                </a:r>
                <a:r>
                  <a:rPr lang="da-DK" b="0" dirty="0"/>
                  <a:t> (fortløbende) værdi. </a:t>
                </a:r>
              </a:p>
              <a:p>
                <a:br>
                  <a:rPr lang="da-DK" b="0" dirty="0"/>
                </a:br>
                <a:r>
                  <a:rPr lang="da-DK" b="0" dirty="0"/>
                  <a:t>Regression handler altså om at finde en funktion, der beskriver sammenhængen mellem X og y.</a:t>
                </a:r>
              </a:p>
              <a:p>
                <a:r>
                  <a:rPr lang="da-DK" b="0" dirty="0"/>
                  <a:t>Den mest simple form er lineær regression, hvor vi siger:</a:t>
                </a:r>
                <a:r>
                  <a:rPr lang="da-DK" b="0" baseline="0" dirty="0"/>
                  <a:t> </a:t>
                </a:r>
                <a14:m>
                  <m:oMath xmlns:m="http://schemas.openxmlformats.org/officeDocument/2006/math">
                    <m:r>
                      <a:rPr lang="da-DK" sz="1200" b="0" i="1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𝑦</m:t>
                    </m:r>
                    <m:r>
                      <a:rPr lang="da-DK" sz="1200" b="0" i="0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lang="da-DK" sz="1200" b="0" i="1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𝑎</m:t>
                    </m:r>
                    <m:r>
                      <a:rPr lang="da-DK" sz="1200" b="0" i="0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⋅</m:t>
                    </m:r>
                    <m:r>
                      <a:rPr lang="da-DK" sz="1200" b="0" i="1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  <m:r>
                      <a:rPr lang="da-DK" sz="1200" b="0" i="0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+</m:t>
                    </m:r>
                    <m:r>
                      <a:rPr lang="da-DK" sz="1200" b="0" i="1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𝑏</m:t>
                    </m:r>
                  </m:oMath>
                </a14:m>
                <a:endParaRPr lang="da-DK" b="0" dirty="0"/>
              </a:p>
              <a:p>
                <a:r>
                  <a:rPr lang="da-DK" b="0" dirty="0"/>
                  <a:t>Vi finder hældning (</a:t>
                </a:r>
                <a:r>
                  <a:rPr lang="da-DK" b="0" i="1" dirty="0"/>
                  <a:t>a</a:t>
                </a:r>
                <a:r>
                  <a:rPr lang="da-DK" b="0" dirty="0"/>
                  <a:t>) og skæring (</a:t>
                </a:r>
                <a:r>
                  <a:rPr lang="da-DK" b="0" i="1" dirty="0"/>
                  <a:t>b</a:t>
                </a:r>
                <a:r>
                  <a:rPr lang="da-DK" b="0" dirty="0"/>
                  <a:t>), der passer bedst til data.</a:t>
                </a:r>
              </a:p>
              <a:p>
                <a:br>
                  <a:rPr lang="da-DK" b="0" dirty="0"/>
                </a:br>
                <a:r>
                  <a:rPr lang="da-DK" dirty="0"/>
                  <a:t>Vi giver computeren nogle eksempler — og den finder selv ud af, hvilken formel der passer bedst.</a:t>
                </a:r>
                <a:br>
                  <a:rPr lang="da-DK" dirty="0"/>
                </a:br>
                <a:r>
                  <a:rPr lang="da-DK" dirty="0"/>
                  <a:t>Det er det, vi mener med </a:t>
                </a:r>
                <a:r>
                  <a:rPr lang="da-DK" i="1" dirty="0"/>
                  <a:t>maskinlæring</a:t>
                </a:r>
                <a:r>
                  <a:rPr lang="da-DK" dirty="0"/>
                  <a:t>: Den lærer en sammenhæng ud fra data i stedet for at få en regel </a:t>
                </a:r>
                <a:r>
                  <a:rPr lang="da-DK" dirty="0" err="1"/>
                  <a:t>hardcodet</a:t>
                </a:r>
                <a:r>
                  <a:rPr lang="da-DK" dirty="0"/>
                  <a:t>.</a:t>
                </a:r>
                <a:br>
                  <a:rPr lang="da-DK" dirty="0"/>
                </a:br>
                <a:br>
                  <a:rPr lang="da-DK" dirty="0"/>
                </a:br>
                <a:br>
                  <a:rPr lang="da-DK" dirty="0"/>
                </a:br>
                <a:r>
                  <a:rPr lang="da-DK" dirty="0"/>
                  <a:t>Den blå linje er forudsigelsen og de gule prikker er den faktiske data. Jo tættere den faktiske data er på forudsigelsen jo bedre har modellen lært sammenhængen.</a:t>
                </a:r>
                <a:br>
                  <a:rPr lang="da-DK" dirty="0"/>
                </a:br>
                <a:br>
                  <a:rPr lang="da-DK" dirty="0"/>
                </a:br>
                <a:r>
                  <a:rPr lang="da-DK" dirty="0" err="1"/>
                  <a:t>Linær</a:t>
                </a:r>
                <a:r>
                  <a:rPr lang="da-DK" dirty="0"/>
                  <a:t> regression bruges til estimater, og kan bruges må få datapunkter og kan </a:t>
                </a:r>
                <a:r>
                  <a:rPr lang="da-DK" dirty="0" err="1"/>
                  <a:t>oftes</a:t>
                </a:r>
                <a:r>
                  <a:rPr lang="da-DK" dirty="0"/>
                  <a:t> give et godt billede af en </a:t>
                </a:r>
                <a:r>
                  <a:rPr lang="da-DK" dirty="0" err="1"/>
                  <a:t>stigene</a:t>
                </a:r>
                <a:r>
                  <a:rPr lang="da-DK" dirty="0"/>
                  <a:t> eller faldende tendens. </a:t>
                </a:r>
                <a:r>
                  <a:rPr lang="da-DK" dirty="0" err="1"/>
                  <a:t>F.eks</a:t>
                </a:r>
                <a:r>
                  <a:rPr lang="da-DK" dirty="0"/>
                  <a:t>, løn og erfaring, reklame og salg, bil </a:t>
                </a:r>
                <a:r>
                  <a:rPr lang="da-DK" dirty="0" err="1"/>
                  <a:t>køresel</a:t>
                </a:r>
                <a:r>
                  <a:rPr lang="da-DK" dirty="0"/>
                  <a:t> og co2.</a:t>
                </a:r>
              </a:p>
              <a:p>
                <a:r>
                  <a:rPr lang="da-DK" dirty="0"/>
                  <a:t>Når der bliver lavet forudsigelser langt uderover den data vi har kan det være misvisende, det kaldes ekstrapolation. Det vil sige der dannes ukendte størrelser ud fra kendte sammenhænge.</a:t>
                </a:r>
              </a:p>
              <a:p>
                <a:endParaRPr lang="da-DK" dirty="0"/>
              </a:p>
              <a:p>
                <a:endParaRPr lang="da-DK" b="0" dirty="0"/>
              </a:p>
              <a:p>
                <a:r>
                  <a:rPr lang="da-DK" b="0" dirty="0"/>
                  <a:t>Regression er </a:t>
                </a:r>
                <a:r>
                  <a:rPr lang="da-DK" b="0" dirty="0" err="1"/>
                  <a:t>supervised</a:t>
                </a:r>
                <a:r>
                  <a:rPr lang="da-DK" b="0" dirty="0"/>
                  <a:t> learning.</a:t>
                </a:r>
              </a:p>
            </p:txBody>
          </p:sp>
        </mc:Choice>
        <mc:Fallback xmlns="">
          <p:sp>
            <p:nvSpPr>
              <p:cNvPr id="3" name="Pladsholder til not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da-DK" b="0" dirty="0"/>
                  <a:t>Regression er en metode, hvor en maskine lærer en sammenhæng mellem talværdier.</a:t>
                </a:r>
                <a:br>
                  <a:rPr lang="da-DK" b="0" dirty="0"/>
                </a:br>
                <a:r>
                  <a:rPr lang="da-DK" b="0" dirty="0"/>
                  <a:t>Vi prøver at forudsige en </a:t>
                </a:r>
                <a:r>
                  <a:rPr lang="da-DK" b="0" i="1" dirty="0"/>
                  <a:t>kontinuert</a:t>
                </a:r>
                <a:r>
                  <a:rPr lang="da-DK" b="0" dirty="0"/>
                  <a:t> (fortløbende) værdi. </a:t>
                </a:r>
              </a:p>
              <a:p>
                <a:br>
                  <a:rPr lang="da-DK" b="0" dirty="0"/>
                </a:br>
                <a:r>
                  <a:rPr lang="da-DK" b="0" dirty="0"/>
                  <a:t>Regression handler altså om at finde en funktion, der beskriver sammenhængen mellem X og y.</a:t>
                </a:r>
              </a:p>
              <a:p>
                <a:r>
                  <a:rPr lang="da-DK" b="0" dirty="0"/>
                  <a:t>Den mest simple form er lineær regression, hvor vi siger:</a:t>
                </a:r>
                <a:r>
                  <a:rPr lang="da-DK" b="0" baseline="0" dirty="0"/>
                  <a:t> </a:t>
                </a:r>
                <a:r>
                  <a:rPr lang="da-DK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𝑦=𝑎⋅𝑥+𝑏</a:t>
                </a:r>
                <a:endParaRPr lang="da-DK" b="0" dirty="0"/>
              </a:p>
              <a:p>
                <a:r>
                  <a:rPr lang="da-DK" b="0" dirty="0"/>
                  <a:t>Vi finder hældning (</a:t>
                </a:r>
                <a:r>
                  <a:rPr lang="da-DK" b="0" i="1" dirty="0"/>
                  <a:t>a</a:t>
                </a:r>
                <a:r>
                  <a:rPr lang="da-DK" b="0" dirty="0"/>
                  <a:t>) og skæring (</a:t>
                </a:r>
                <a:r>
                  <a:rPr lang="da-DK" b="0" i="1" dirty="0"/>
                  <a:t>b</a:t>
                </a:r>
                <a:r>
                  <a:rPr lang="da-DK" b="0" dirty="0"/>
                  <a:t>), der passer bedst til data.</a:t>
                </a:r>
              </a:p>
              <a:p>
                <a:br>
                  <a:rPr lang="da-DK" b="0" dirty="0"/>
                </a:br>
                <a:r>
                  <a:rPr lang="da-DK" dirty="0"/>
                  <a:t>Vi giver computeren nogle eksempler — og den finder selv ud af, hvilken formel der passer bedst.</a:t>
                </a:r>
                <a:br>
                  <a:rPr lang="da-DK" dirty="0"/>
                </a:br>
                <a:r>
                  <a:rPr lang="da-DK" dirty="0"/>
                  <a:t>Det er det, vi mener med </a:t>
                </a:r>
                <a:r>
                  <a:rPr lang="da-DK" i="1" dirty="0"/>
                  <a:t>maskinlæring</a:t>
                </a:r>
                <a:r>
                  <a:rPr lang="da-DK" dirty="0"/>
                  <a:t>: Den lærer en sammenhæng ud fra data i stedet for at få en regel </a:t>
                </a:r>
                <a:r>
                  <a:rPr lang="da-DK" dirty="0" err="1"/>
                  <a:t>hardcodet</a:t>
                </a:r>
                <a:r>
                  <a:rPr lang="da-DK" dirty="0"/>
                  <a:t>.</a:t>
                </a:r>
                <a:br>
                  <a:rPr lang="da-DK" dirty="0"/>
                </a:br>
                <a:br>
                  <a:rPr lang="da-DK" dirty="0"/>
                </a:br>
                <a:br>
                  <a:rPr lang="da-DK" dirty="0"/>
                </a:br>
                <a:r>
                  <a:rPr lang="da-DK" dirty="0"/>
                  <a:t>Den blå linje er forudsigelsen og de gule prikker er den faktiske data. Jo tættere den faktiske data er på forudsigelsen jo bedre har modellen lært sammenhængen.</a:t>
                </a:r>
                <a:br>
                  <a:rPr lang="da-DK" dirty="0"/>
                </a:br>
                <a:br>
                  <a:rPr lang="da-DK" dirty="0"/>
                </a:br>
                <a:r>
                  <a:rPr lang="da-DK" dirty="0" err="1"/>
                  <a:t>Linær</a:t>
                </a:r>
                <a:r>
                  <a:rPr lang="da-DK" dirty="0"/>
                  <a:t> regression bruges til estimater, og kan bruges må få datapunkter og kan </a:t>
                </a:r>
                <a:r>
                  <a:rPr lang="da-DK" dirty="0" err="1"/>
                  <a:t>oftes</a:t>
                </a:r>
                <a:r>
                  <a:rPr lang="da-DK" dirty="0"/>
                  <a:t> give et godt billede af en </a:t>
                </a:r>
                <a:r>
                  <a:rPr lang="da-DK" dirty="0" err="1"/>
                  <a:t>stigene</a:t>
                </a:r>
                <a:r>
                  <a:rPr lang="da-DK" dirty="0"/>
                  <a:t> eller faldende tendens. </a:t>
                </a:r>
                <a:r>
                  <a:rPr lang="da-DK" dirty="0" err="1"/>
                  <a:t>F.eks</a:t>
                </a:r>
                <a:r>
                  <a:rPr lang="da-DK" dirty="0"/>
                  <a:t>, løn og erfaring, reklame og salg, bil </a:t>
                </a:r>
                <a:r>
                  <a:rPr lang="da-DK" dirty="0" err="1"/>
                  <a:t>køresel</a:t>
                </a:r>
                <a:r>
                  <a:rPr lang="da-DK" dirty="0"/>
                  <a:t> og co2.</a:t>
                </a:r>
                <a:endParaRPr lang="da-DK" b="0" dirty="0"/>
              </a:p>
            </p:txBody>
          </p:sp>
        </mc:Fallback>
      </mc:AlternateContent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A57F9D-99A1-4129-BCB7-81A9015D75EE}" type="slidenum">
              <a:rPr lang="da-DK" smtClean="0"/>
              <a:t>9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9990603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Nu skal vi lære at måle, hvor godt vores model klarer sig – ikke kun på de data, den har set, men også på nye data.</a:t>
            </a:r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A57F9D-99A1-4129-BCB7-81A9015D75EE}" type="slidenum">
              <a:rPr lang="da-DK" smtClean="0"/>
              <a:t>12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577077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I forrige eksempel trænede vi en model og bad den give os en forudsigelse. Den kan vi vælge at stole blindt på eller vi kan teste om modellen virker. </a:t>
            </a:r>
            <a:br>
              <a:rPr lang="da-DK" dirty="0"/>
            </a:br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A57F9D-99A1-4129-BCB7-81A9015D75EE}" type="slidenum">
              <a:rPr lang="da-DK" smtClean="0"/>
              <a:t>13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8858141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A57F9D-99A1-4129-BCB7-81A9015D75EE}" type="slidenum">
              <a:rPr lang="da-DK" smtClean="0"/>
              <a:t>14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770346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a-DK" dirty="0"/>
              <a:t>Overfitting kan ikke sket med regression fordi det er en for simple model. I disse eksempler har brugt </a:t>
            </a:r>
            <a:r>
              <a:rPr lang="da-DK" dirty="0" err="1"/>
              <a:t>Polynomiel</a:t>
            </a:r>
            <a:r>
              <a:rPr lang="da-DK" dirty="0"/>
              <a:t> model for at </a:t>
            </a:r>
            <a:r>
              <a:rPr lang="da-DK" dirty="0" err="1"/>
              <a:t>demonstere</a:t>
            </a:r>
            <a:r>
              <a:rPr lang="da-DK" dirty="0"/>
              <a:t> overfitting.</a:t>
            </a:r>
          </a:p>
          <a:p>
            <a:endParaRPr lang="da-DK" dirty="0"/>
          </a:p>
          <a:p>
            <a:endParaRPr lang="da-DK" dirty="0"/>
          </a:p>
          <a:p>
            <a:r>
              <a:rPr lang="da-DK" dirty="0"/>
              <a:t>Generalisering: Ligger midt imellem – modellen er tilpasset den </a:t>
            </a:r>
            <a:r>
              <a:rPr lang="da-DK" i="1" dirty="0"/>
              <a:t>generelle tendens</a:t>
            </a:r>
            <a:r>
              <a:rPr lang="da-DK" dirty="0"/>
              <a:t> i </a:t>
            </a:r>
            <a:r>
              <a:rPr lang="da-DK" dirty="0" err="1"/>
              <a:t>dataen</a:t>
            </a:r>
            <a:r>
              <a:rPr lang="da-DK" dirty="0"/>
              <a:t>.</a:t>
            </a:r>
            <a:br>
              <a:rPr lang="da-DK" dirty="0"/>
            </a:br>
            <a:r>
              <a:rPr lang="da-DK" dirty="0"/>
              <a:t>Den rammer ikke alle punkter perfekt, men forudsiger nye data godt.</a:t>
            </a:r>
          </a:p>
          <a:p>
            <a:endParaRPr lang="da-DK" dirty="0"/>
          </a:p>
          <a:p>
            <a:r>
              <a:rPr lang="da-DK" dirty="0" err="1"/>
              <a:t>Overfitted</a:t>
            </a:r>
            <a:r>
              <a:rPr lang="da-DK" dirty="0"/>
              <a:t>: Kurven bølger og prøver at ramme </a:t>
            </a:r>
            <a:r>
              <a:rPr lang="da-DK" b="0" dirty="0"/>
              <a:t>alle punkter </a:t>
            </a:r>
            <a:r>
              <a:rPr lang="da-DK" dirty="0"/>
              <a:t>– også </a:t>
            </a:r>
            <a:r>
              <a:rPr lang="da-DK" dirty="0" err="1"/>
              <a:t>outliers</a:t>
            </a:r>
            <a:r>
              <a:rPr lang="da-DK" dirty="0"/>
              <a:t>.</a:t>
            </a:r>
            <a:br>
              <a:rPr lang="da-DK" dirty="0"/>
            </a:br>
            <a:r>
              <a:rPr lang="da-DK" dirty="0"/>
              <a:t>Den lærer støj i stedet for mønster og fejler derfor på ny data</a:t>
            </a:r>
          </a:p>
          <a:p>
            <a:r>
              <a:rPr lang="da-DK" dirty="0"/>
              <a:t>.</a:t>
            </a:r>
          </a:p>
          <a:p>
            <a:r>
              <a:rPr lang="da-DK" dirty="0" err="1"/>
              <a:t>Underfitted</a:t>
            </a:r>
            <a:r>
              <a:rPr lang="da-DK" dirty="0"/>
              <a:t>: Næsten helt flad – modellen har </a:t>
            </a:r>
            <a:r>
              <a:rPr lang="da-DK" b="1" dirty="0"/>
              <a:t>ikke lært sammenhængen</a:t>
            </a:r>
            <a:r>
              <a:rPr lang="da-DK" dirty="0"/>
              <a:t>.</a:t>
            </a:r>
            <a:br>
              <a:rPr lang="da-DK" dirty="0"/>
            </a:br>
            <a:r>
              <a:rPr lang="da-DK" dirty="0"/>
              <a:t>Den fanger ikke </a:t>
            </a:r>
            <a:r>
              <a:rPr lang="da-DK" dirty="0" err="1"/>
              <a:t>dataens</a:t>
            </a:r>
            <a:r>
              <a:rPr lang="da-DK" dirty="0"/>
              <a:t> mønster og klarer sig dårligt både på træning og test.</a:t>
            </a:r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A57F9D-99A1-4129-BCB7-81A9015D75EE}" type="slidenum">
              <a:rPr lang="da-DK" smtClean="0"/>
              <a:t>15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0960028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Jeg bruger </a:t>
            </a:r>
            <a:r>
              <a:rPr lang="da-DK" dirty="0" err="1"/>
              <a:t>train_test_split</a:t>
            </a:r>
            <a:r>
              <a:rPr lang="da-DK" dirty="0"/>
              <a:t> metoden til at splitte </a:t>
            </a:r>
            <a:r>
              <a:rPr lang="da-DK" dirty="0" err="1"/>
              <a:t>dataen</a:t>
            </a:r>
            <a:r>
              <a:rPr lang="da-DK" dirty="0"/>
              <a:t> op. </a:t>
            </a:r>
            <a:r>
              <a:rPr lang="da-DK" dirty="0" err="1"/>
              <a:t>X_train</a:t>
            </a:r>
            <a:r>
              <a:rPr lang="da-DK" dirty="0"/>
              <a:t> (Hours) er trænings </a:t>
            </a:r>
            <a:r>
              <a:rPr lang="da-DK" dirty="0" err="1"/>
              <a:t>dataen</a:t>
            </a:r>
            <a:r>
              <a:rPr lang="da-DK" dirty="0"/>
              <a:t>, </a:t>
            </a:r>
            <a:r>
              <a:rPr lang="da-DK" dirty="0" err="1"/>
              <a:t>X_test</a:t>
            </a:r>
            <a:r>
              <a:rPr lang="da-DK" dirty="0"/>
              <a:t>(Hours) er test </a:t>
            </a:r>
            <a:r>
              <a:rPr lang="da-DK" dirty="0" err="1"/>
              <a:t>dataen</a:t>
            </a:r>
            <a:r>
              <a:rPr lang="da-DK" dirty="0"/>
              <a:t>, </a:t>
            </a:r>
            <a:r>
              <a:rPr lang="da-DK" dirty="0" err="1"/>
              <a:t>y_train</a:t>
            </a:r>
            <a:r>
              <a:rPr lang="da-DK" dirty="0"/>
              <a:t>(Scores) er trænings </a:t>
            </a:r>
            <a:r>
              <a:rPr lang="da-DK" dirty="0" err="1"/>
              <a:t>dataen</a:t>
            </a:r>
            <a:r>
              <a:rPr lang="da-DK" dirty="0"/>
              <a:t>, </a:t>
            </a:r>
            <a:r>
              <a:rPr lang="da-DK" dirty="0" err="1"/>
              <a:t>y_test</a:t>
            </a:r>
            <a:r>
              <a:rPr lang="da-DK" dirty="0"/>
              <a:t>(Scores) er test daten. </a:t>
            </a:r>
            <a:r>
              <a:rPr lang="da-DK" dirty="0" err="1"/>
              <a:t>test_size</a:t>
            </a:r>
            <a:r>
              <a:rPr lang="da-DK" dirty="0"/>
              <a:t> = 0.2 betyder at vi bruger 20% af det samlede datasæt til test, de sidste 80% er </a:t>
            </a:r>
            <a:r>
              <a:rPr lang="da-DK" dirty="0" err="1"/>
              <a:t>træninges</a:t>
            </a:r>
            <a:r>
              <a:rPr lang="da-DK" dirty="0"/>
              <a:t> data. </a:t>
            </a:r>
            <a:r>
              <a:rPr lang="da-DK" dirty="0" err="1"/>
              <a:t>Random_state</a:t>
            </a:r>
            <a:r>
              <a:rPr lang="da-DK" dirty="0"/>
              <a:t> = 12, er et seed så vi kan genskabe testen flere gange.</a:t>
            </a:r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A57F9D-99A1-4129-BCB7-81A9015D75EE}" type="slidenum">
              <a:rPr lang="da-DK" smtClean="0"/>
              <a:t>17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118657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b="1" dirty="0"/>
              <a:t>R²</a:t>
            </a:r>
            <a:r>
              <a:rPr lang="da-DK" dirty="0"/>
              <a:t> siger, hvor godt modellen </a:t>
            </a:r>
            <a:r>
              <a:rPr lang="da-DK" b="1" dirty="0"/>
              <a:t>passer til punkterne som helhed.</a:t>
            </a:r>
            <a:endParaRPr lang="da-DK" dirty="0"/>
          </a:p>
          <a:p>
            <a:r>
              <a:rPr lang="da-DK" b="1" dirty="0"/>
              <a:t>Støj og </a:t>
            </a:r>
            <a:r>
              <a:rPr lang="da-DK" b="1" dirty="0" err="1"/>
              <a:t>outliers</a:t>
            </a:r>
            <a:r>
              <a:rPr lang="da-DK" dirty="0"/>
              <a:t> kan faktisk </a:t>
            </a:r>
            <a:r>
              <a:rPr lang="da-DK" b="1" dirty="0"/>
              <a:t>sænke R²</a:t>
            </a:r>
            <a:r>
              <a:rPr lang="da-DK" dirty="0"/>
              <a:t>, fordi de gør det sværere at passe linjen.</a:t>
            </a:r>
          </a:p>
          <a:p>
            <a:r>
              <a:rPr lang="da-DK" dirty="0"/>
              <a:t>En meget høj R² </a:t>
            </a:r>
            <a:r>
              <a:rPr lang="da-DK" i="1" dirty="0"/>
              <a:t>på træningsdata</a:t>
            </a:r>
            <a:r>
              <a:rPr lang="da-DK" dirty="0"/>
              <a:t>, men lav på test, kan endda betyde </a:t>
            </a:r>
            <a:r>
              <a:rPr lang="da-DK" b="1" dirty="0"/>
              <a:t>overfitting</a:t>
            </a:r>
            <a:r>
              <a:rPr lang="da-DK" dirty="0"/>
              <a:t> (modellen har “lært” støjen som mønster).</a:t>
            </a:r>
          </a:p>
          <a:p>
            <a:r>
              <a:rPr lang="da-DK" dirty="0"/>
              <a:t>Så:</a:t>
            </a:r>
          </a:p>
          <a:p>
            <a:r>
              <a:rPr lang="da-DK" b="1" dirty="0"/>
              <a:t>R² tæt på 1 på både </a:t>
            </a:r>
            <a:r>
              <a:rPr lang="da-DK" b="1" dirty="0" err="1"/>
              <a:t>train</a:t>
            </a:r>
            <a:r>
              <a:rPr lang="da-DK" b="1" dirty="0"/>
              <a:t> og test</a:t>
            </a:r>
            <a:r>
              <a:rPr lang="da-DK" dirty="0"/>
              <a:t> → </a:t>
            </a:r>
            <a:r>
              <a:rPr lang="da-DK" i="1" dirty="0"/>
              <a:t>modellen håndterer støj godt nok og generaliserer.</a:t>
            </a:r>
            <a:endParaRPr lang="da-DK" dirty="0"/>
          </a:p>
          <a:p>
            <a:r>
              <a:rPr lang="da-DK" b="1" dirty="0"/>
              <a:t>R² tæt på 1 kun på </a:t>
            </a:r>
            <a:r>
              <a:rPr lang="da-DK" b="1" dirty="0" err="1"/>
              <a:t>train</a:t>
            </a:r>
            <a:r>
              <a:rPr lang="da-DK" dirty="0"/>
              <a:t> → </a:t>
            </a:r>
            <a:r>
              <a:rPr lang="da-DK" i="1" dirty="0"/>
              <a:t>modellen </a:t>
            </a:r>
            <a:r>
              <a:rPr lang="da-DK" i="1" dirty="0" err="1"/>
              <a:t>overfitter</a:t>
            </a:r>
            <a:r>
              <a:rPr lang="da-DK" dirty="0"/>
              <a:t> (den har tilpasset sig støjen i træningsdata).</a:t>
            </a:r>
          </a:p>
          <a:p>
            <a:r>
              <a:rPr lang="da-DK" b="1" dirty="0"/>
              <a:t>Lav R² på begge</a:t>
            </a:r>
            <a:r>
              <a:rPr lang="da-DK" dirty="0"/>
              <a:t> → </a:t>
            </a:r>
            <a:r>
              <a:rPr lang="da-DK" i="1" dirty="0"/>
              <a:t>underfitting</a:t>
            </a:r>
            <a:r>
              <a:rPr lang="da-DK" dirty="0"/>
              <a:t> (modellen er for simpel).</a:t>
            </a:r>
          </a:p>
          <a:p>
            <a:br>
              <a:rPr lang="da-DK" dirty="0"/>
            </a:br>
            <a:r>
              <a:rPr lang="da-DK" dirty="0"/>
              <a:t>Høj </a:t>
            </a:r>
            <a:r>
              <a:rPr lang="da-DK" b="1" dirty="0"/>
              <a:t>R² </a:t>
            </a:r>
            <a:r>
              <a:rPr lang="da-DK" b="0" dirty="0"/>
              <a:t>så kan modellen forklarer sammenhængen godt.</a:t>
            </a:r>
            <a:br>
              <a:rPr lang="da-DK" b="0" dirty="0"/>
            </a:br>
            <a:r>
              <a:rPr lang="da-DK" b="0" dirty="0"/>
              <a:t>Meget støj og </a:t>
            </a:r>
            <a:r>
              <a:rPr lang="da-DK" b="0" dirty="0" err="1"/>
              <a:t>outliner</a:t>
            </a:r>
            <a:r>
              <a:rPr lang="da-DK" b="0" dirty="0"/>
              <a:t> kan trække R² lidt ned</a:t>
            </a:r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A57F9D-99A1-4129-BCB7-81A9015D75EE}" type="slidenum">
              <a:rPr lang="da-DK" smtClean="0"/>
              <a:t>18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8825499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Testen fortæller mig at min R²_train er stabil fordi der ikke er store udsving i tallene. Så modellen lærer det samme mønster hver gang.</a:t>
            </a:r>
          </a:p>
          <a:p>
            <a:r>
              <a:rPr lang="da-DK" dirty="0"/>
              <a:t>Til gengæld variere R²_test, dette kan skyldes  når den tester </a:t>
            </a:r>
            <a:r>
              <a:rPr lang="da-DK" dirty="0" err="1"/>
              <a:t>outliner</a:t>
            </a:r>
            <a:r>
              <a:rPr lang="da-DK" dirty="0"/>
              <a:t> så falder R², og når den ikke tester på en </a:t>
            </a:r>
            <a:r>
              <a:rPr lang="da-DK" dirty="0" err="1"/>
              <a:t>outliner</a:t>
            </a:r>
            <a:r>
              <a:rPr lang="da-DK"/>
              <a:t> så stiger R². </a:t>
            </a:r>
            <a:endParaRPr lang="da-DK" dirty="0"/>
          </a:p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A57F9D-99A1-4129-BCB7-81A9015D75EE}" type="slidenum">
              <a:rPr lang="da-DK" smtClean="0"/>
              <a:t>19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7857296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Robotterne har nok ikke se mange billeder af mops, men kan andre slags hund. Så hunden har features som minder </a:t>
            </a:r>
            <a:r>
              <a:rPr lang="da-DK"/>
              <a:t>om en gris eller hund.</a:t>
            </a:r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A57F9D-99A1-4129-BCB7-81A9015D75EE}" type="slidenum">
              <a:rPr lang="da-DK" smtClean="0"/>
              <a:t>21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7538887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A57F9D-99A1-4129-BCB7-81A9015D75EE}" type="slidenum">
              <a:rPr lang="da-DK" smtClean="0"/>
              <a:t>24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9841262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 err="1"/>
              <a:t>Stratify</a:t>
            </a:r>
            <a:r>
              <a:rPr lang="da-DK" dirty="0"/>
              <a:t>: Del data op</a:t>
            </a:r>
            <a:r>
              <a:rPr lang="da-DK" b="0" dirty="0"/>
              <a:t>, så procentdelen  er den samme i trænings- og testdatasættet.  Bruges ikke ved regression fordi der ikke er nogle klasser som skal fordeles.</a:t>
            </a:r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A57F9D-99A1-4129-BCB7-81A9015D75EE}" type="slidenum">
              <a:rPr lang="da-DK" smtClean="0"/>
              <a:t>25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8232828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 err="1"/>
              <a:t>Confusion</a:t>
            </a:r>
            <a:r>
              <a:rPr lang="da-DK" dirty="0"/>
              <a:t> Matrixen evaluerer modellens </a:t>
            </a:r>
            <a:r>
              <a:rPr lang="da-DK" dirty="0" err="1"/>
              <a:t>performencen</a:t>
            </a:r>
            <a:r>
              <a:rPr lang="da-DK" dirty="0"/>
              <a:t> i forhold til </a:t>
            </a:r>
            <a:r>
              <a:rPr lang="da-DK" dirty="0" err="1"/>
              <a:t>classification</a:t>
            </a:r>
            <a:r>
              <a:rPr lang="da-DK" dirty="0"/>
              <a:t>. Denne model har </a:t>
            </a:r>
            <a:r>
              <a:rPr lang="da-DK" dirty="0" err="1"/>
              <a:t>Accuracy</a:t>
            </a:r>
            <a:r>
              <a:rPr lang="da-DK" dirty="0"/>
              <a:t>: 0.73 hvilket betyder at 73% af </a:t>
            </a:r>
            <a:r>
              <a:rPr lang="da-DK" dirty="0" err="1"/>
              <a:t>predictions</a:t>
            </a:r>
            <a:r>
              <a:rPr lang="da-DK" dirty="0"/>
              <a:t> er korrekte. Ser man fra diagonalt øverste venstre hjørne mod højre nedre hjørne, så kan man se alle dem som den har forudsagt korrekt. </a:t>
            </a:r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A57F9D-99A1-4129-BCB7-81A9015D75EE}" type="slidenum">
              <a:rPr lang="da-DK" smtClean="0"/>
              <a:t>27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1807397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Du har 10 </a:t>
            </a:r>
            <a:r>
              <a:rPr lang="da-DK" b="1" dirty="0"/>
              <a:t>Iris-</a:t>
            </a:r>
            <a:r>
              <a:rPr lang="da-DK" b="1" dirty="0" err="1"/>
              <a:t>setosa</a:t>
            </a:r>
            <a:r>
              <a:rPr lang="da-DK" dirty="0"/>
              <a:t> blomster i dit test-sæt.</a:t>
            </a:r>
            <a:br>
              <a:rPr lang="da-DK" dirty="0"/>
            </a:br>
            <a:r>
              <a:rPr lang="da-DK" dirty="0"/>
              <a:t>Modellen laver 12 forudsigelser som “</a:t>
            </a:r>
            <a:r>
              <a:rPr lang="da-DK" dirty="0" err="1"/>
              <a:t>setosa</a:t>
            </a:r>
            <a:r>
              <a:rPr lang="da-DK" dirty="0"/>
              <a:t>”.</a:t>
            </a:r>
          </a:p>
          <a:p>
            <a:r>
              <a:rPr lang="da-DK" dirty="0"/>
              <a:t>Så der er 8 rigtige </a:t>
            </a:r>
            <a:r>
              <a:rPr lang="da-DK" dirty="0" err="1"/>
              <a:t>setosa</a:t>
            </a:r>
            <a:r>
              <a:rPr lang="da-DK" dirty="0"/>
              <a:t> arter (true positive), der er 4 forkerte </a:t>
            </a:r>
            <a:r>
              <a:rPr lang="da-DK" dirty="0" err="1"/>
              <a:t>setosa</a:t>
            </a:r>
            <a:r>
              <a:rPr lang="da-DK" dirty="0"/>
              <a:t> (false positive), og der er 2 </a:t>
            </a:r>
            <a:r>
              <a:rPr lang="da-DK" dirty="0" err="1"/>
              <a:t>setosa</a:t>
            </a:r>
            <a:r>
              <a:rPr lang="da-DK" dirty="0"/>
              <a:t> som modellen ikke fandt.</a:t>
            </a:r>
            <a:br>
              <a:rPr lang="da-DK" dirty="0"/>
            </a:br>
            <a:r>
              <a:rPr lang="da-DK" b="1" dirty="0"/>
              <a:t>Precision</a:t>
            </a:r>
            <a:r>
              <a:rPr lang="da-DK" dirty="0"/>
              <a:t> er  “Når modellen siger </a:t>
            </a:r>
            <a:r>
              <a:rPr lang="da-DK" i="1" dirty="0" err="1"/>
              <a:t>setosa</a:t>
            </a:r>
            <a:r>
              <a:rPr lang="da-DK" dirty="0"/>
              <a:t>, hvor tit har den ret?”</a:t>
            </a:r>
            <a:br>
              <a:rPr lang="da-DK" dirty="0"/>
            </a:br>
            <a:r>
              <a:rPr lang="da-DK" i="1" dirty="0"/>
              <a:t>(handler om kvaliteten af forudsigelserne)</a:t>
            </a:r>
            <a:endParaRPr lang="da-DK" dirty="0"/>
          </a:p>
          <a:p>
            <a:r>
              <a:rPr lang="da-DK" b="1" dirty="0" err="1"/>
              <a:t>Recall</a:t>
            </a:r>
            <a:r>
              <a:rPr lang="da-DK" dirty="0"/>
              <a:t> er “Af alle de </a:t>
            </a:r>
            <a:r>
              <a:rPr lang="da-DK" i="1" dirty="0"/>
              <a:t>rigtige</a:t>
            </a:r>
            <a:r>
              <a:rPr lang="da-DK" dirty="0"/>
              <a:t> </a:t>
            </a:r>
            <a:r>
              <a:rPr lang="da-DK" dirty="0" err="1"/>
              <a:t>setosa</a:t>
            </a:r>
            <a:r>
              <a:rPr lang="da-DK" dirty="0"/>
              <a:t> i datasættet, hvor mange fandt modellen?”</a:t>
            </a:r>
            <a:br>
              <a:rPr lang="da-DK" dirty="0"/>
            </a:br>
            <a:r>
              <a:rPr lang="da-DK" i="1" dirty="0"/>
              <a:t>(handler om hvor komplet modellen er)</a:t>
            </a:r>
            <a:endParaRPr lang="da-DK" dirty="0"/>
          </a:p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A57F9D-99A1-4129-BCB7-81A9015D75EE}" type="slidenum">
              <a:rPr lang="da-DK" smtClean="0"/>
              <a:t>28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92637852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b="0" dirty="0"/>
              <a:t>Her er, hvad modellen “ser”:</a:t>
            </a:r>
            <a:br>
              <a:rPr lang="da-DK" b="0" dirty="0"/>
            </a:br>
            <a:r>
              <a:rPr lang="da-DK" b="0" dirty="0"/>
              <a:t>Modellen har tre klasser, som den har delt op i tre områder (felter) ud fra de valgte </a:t>
            </a:r>
            <a:r>
              <a:rPr lang="da-DK" b="0" i="1" dirty="0"/>
              <a:t>features</a:t>
            </a:r>
            <a:r>
              <a:rPr lang="da-DK" b="0" dirty="0"/>
              <a:t>.</a:t>
            </a:r>
            <a:br>
              <a:rPr lang="da-DK" b="0" dirty="0"/>
            </a:br>
            <a:r>
              <a:rPr lang="da-DK" b="0" dirty="0"/>
              <a:t>Når den får nye datapunkter, placerer den dem i det område (klasse), den mener passer bedst.</a:t>
            </a:r>
          </a:p>
          <a:p>
            <a:r>
              <a:rPr lang="da-DK" b="0" dirty="0"/>
              <a:t>Punkter, der ligger tæt på grænsen mellem to områder, viser, at modellen er usikker — den kunne have valgt begge klasser.</a:t>
            </a:r>
          </a:p>
          <a:p>
            <a:r>
              <a:rPr lang="da-DK" b="0" dirty="0"/>
              <a:t>Disse usikre punkter og overlap mellem klasserne fører til fejl i </a:t>
            </a:r>
            <a:r>
              <a:rPr lang="da-DK" b="0" dirty="0" err="1"/>
              <a:t>confusion</a:t>
            </a:r>
            <a:r>
              <a:rPr lang="da-DK" b="0" dirty="0"/>
              <a:t> matrixen, fordi modellen nogle gange forveksler arterne i disse grænseområder.</a:t>
            </a:r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A57F9D-99A1-4129-BCB7-81A9015D75EE}" type="slidenum">
              <a:rPr lang="da-DK" smtClean="0"/>
              <a:t>29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33035648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Når </a:t>
            </a:r>
            <a:r>
              <a:rPr lang="da-DK" dirty="0" err="1"/>
              <a:t>dataen</a:t>
            </a:r>
            <a:r>
              <a:rPr lang="da-DK" dirty="0"/>
              <a:t> skal forberedes skal der kigges på hvilken data findes der og er der mangler i </a:t>
            </a:r>
            <a:r>
              <a:rPr lang="da-DK" dirty="0" err="1"/>
              <a:t>dataen</a:t>
            </a:r>
            <a:r>
              <a:rPr lang="da-DK" dirty="0"/>
              <a:t> eller er </a:t>
            </a:r>
            <a:r>
              <a:rPr lang="da-DK" dirty="0" err="1"/>
              <a:t>redunant</a:t>
            </a:r>
            <a:r>
              <a:rPr lang="da-DK" dirty="0"/>
              <a:t> data(afledt info, duplikerationer). </a:t>
            </a:r>
            <a:br>
              <a:rPr lang="da-DK" dirty="0"/>
            </a:br>
            <a:r>
              <a:rPr lang="da-DK" dirty="0"/>
              <a:t>Lad eleverne komme med bud på hvad der skal fjernes.</a:t>
            </a:r>
          </a:p>
          <a:p>
            <a:endParaRPr lang="da-DK" dirty="0"/>
          </a:p>
          <a:p>
            <a:r>
              <a:rPr lang="da-DK" dirty="0" err="1"/>
              <a:t>Survived</a:t>
            </a:r>
            <a:r>
              <a:rPr lang="da-DK" dirty="0"/>
              <a:t> og </a:t>
            </a:r>
            <a:r>
              <a:rPr lang="da-DK" dirty="0" err="1"/>
              <a:t>alive</a:t>
            </a:r>
            <a:r>
              <a:rPr lang="da-DK" dirty="0"/>
              <a:t>(Samme data, på forskellige måder)</a:t>
            </a:r>
          </a:p>
          <a:p>
            <a:endParaRPr lang="da-DK" dirty="0"/>
          </a:p>
          <a:p>
            <a:r>
              <a:rPr lang="da-DK" dirty="0" err="1"/>
              <a:t>Adult_male</a:t>
            </a:r>
            <a:r>
              <a:rPr lang="da-DK" dirty="0"/>
              <a:t>, afledt af age og sex. Den er meget specifik og sætter børn (både piger og drenge) og kvinder i en kategori.</a:t>
            </a:r>
            <a:br>
              <a:rPr lang="da-DK" dirty="0"/>
            </a:br>
            <a:r>
              <a:rPr lang="da-DK" dirty="0"/>
              <a:t>KAN MODELLEN, DER KUN SER </a:t>
            </a:r>
            <a:r>
              <a:rPr lang="da-DK" dirty="0" err="1"/>
              <a:t>adult_male</a:t>
            </a:r>
            <a:r>
              <a:rPr lang="da-DK" dirty="0"/>
              <a:t> KENDE FORSKEL PÅ KVINDER OG BØRN?</a:t>
            </a:r>
          </a:p>
          <a:p>
            <a:endParaRPr lang="da-DK" dirty="0"/>
          </a:p>
          <a:p>
            <a:r>
              <a:rPr lang="da-DK" dirty="0" err="1"/>
              <a:t>Who</a:t>
            </a:r>
            <a:r>
              <a:rPr lang="da-DK" dirty="0"/>
              <a:t>(afledt af sex)</a:t>
            </a:r>
          </a:p>
          <a:p>
            <a:r>
              <a:rPr lang="da-DK" dirty="0" err="1"/>
              <a:t>Embarked</a:t>
            </a:r>
            <a:r>
              <a:rPr lang="da-DK" dirty="0"/>
              <a:t> og </a:t>
            </a:r>
            <a:r>
              <a:rPr lang="da-DK" dirty="0" err="1"/>
              <a:t>embark_town</a:t>
            </a:r>
            <a:r>
              <a:rPr lang="da-DK" dirty="0"/>
              <a:t>(Samme data, på forskellige måder)</a:t>
            </a:r>
          </a:p>
          <a:p>
            <a:r>
              <a:rPr lang="da-DK" dirty="0" err="1"/>
              <a:t>Pcclass</a:t>
            </a:r>
            <a:r>
              <a:rPr lang="da-DK" dirty="0"/>
              <a:t> og class (samme data, på forskellige måder)</a:t>
            </a:r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A57F9D-99A1-4129-BCB7-81A9015D75EE}" type="slidenum">
              <a:rPr lang="da-DK" smtClean="0"/>
              <a:t>31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371373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Man fjerner First Class for at </a:t>
            </a:r>
            <a:r>
              <a:rPr lang="da-DK" dirty="0" err="1"/>
              <a:t>ungå</a:t>
            </a:r>
            <a:r>
              <a:rPr lang="da-DK" dirty="0"/>
              <a:t> multikollinearitet.</a:t>
            </a:r>
          </a:p>
          <a:p>
            <a:r>
              <a:rPr lang="da-DK" b="0" dirty="0"/>
              <a:t>Multikollinearitet betyder, at to eller flere uafhængige variabler (features) </a:t>
            </a:r>
            <a:r>
              <a:rPr lang="da-DK" b="0"/>
              <a:t>i modellen </a:t>
            </a:r>
            <a:r>
              <a:rPr lang="da-DK" b="0" dirty="0"/>
              <a:t>er meget stærkt korrelerede. De næsten fortæller det samme.</a:t>
            </a:r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A57F9D-99A1-4129-BCB7-81A9015D75EE}" type="slidenum">
              <a:rPr lang="da-DK" smtClean="0"/>
              <a:t>33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59639492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Eleverne skal arbejde med </a:t>
            </a:r>
            <a:r>
              <a:rPr lang="da-DK" dirty="0" err="1"/>
              <a:t>dataforberdelse</a:t>
            </a:r>
            <a:r>
              <a:rPr lang="da-DK" dirty="0"/>
              <a:t>: </a:t>
            </a:r>
            <a:br>
              <a:rPr lang="da-DK" dirty="0"/>
            </a:br>
            <a:r>
              <a:rPr lang="da-DK" dirty="0"/>
              <a:t>De skal udforske og forstå ny data.</a:t>
            </a:r>
          </a:p>
          <a:p>
            <a:r>
              <a:rPr lang="da-DK" dirty="0"/>
              <a:t>Håndtere manglende værdier</a:t>
            </a:r>
          </a:p>
          <a:p>
            <a:r>
              <a:rPr lang="da-DK" dirty="0"/>
              <a:t>Kode kategorier(One-hot </a:t>
            </a:r>
            <a:r>
              <a:rPr lang="da-DK" dirty="0" err="1"/>
              <a:t>encoding</a:t>
            </a:r>
            <a:r>
              <a:rPr lang="da-DK" dirty="0"/>
              <a:t>)</a:t>
            </a:r>
          </a:p>
          <a:p>
            <a:r>
              <a:rPr lang="da-DK" dirty="0"/>
              <a:t>Vælge relevante features.</a:t>
            </a:r>
          </a:p>
          <a:p>
            <a:r>
              <a:rPr lang="da-DK" dirty="0"/>
              <a:t>Splitte daten i træning og test sæt</a:t>
            </a:r>
          </a:p>
          <a:p>
            <a:r>
              <a:rPr lang="da-DK" dirty="0"/>
              <a:t>Træne og evaluere en simple </a:t>
            </a:r>
            <a:r>
              <a:rPr lang="da-DK" dirty="0" err="1"/>
              <a:t>machine</a:t>
            </a:r>
            <a:r>
              <a:rPr lang="da-DK"/>
              <a:t> learning model.</a:t>
            </a:r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A57F9D-99A1-4129-BCB7-81A9015D75EE}" type="slidenum">
              <a:rPr lang="da-DK" smtClean="0"/>
              <a:t>34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9022091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Hvis age er mellem 18 og 30 low </a:t>
            </a:r>
            <a:r>
              <a:rPr lang="da-DK" dirty="0" err="1"/>
              <a:t>risk</a:t>
            </a:r>
            <a:endParaRPr lang="da-DK" dirty="0"/>
          </a:p>
          <a:p>
            <a:r>
              <a:rPr lang="da-DK" dirty="0"/>
              <a:t>Hvis alderen er under 18 og vægt er under 60 low </a:t>
            </a:r>
            <a:r>
              <a:rPr lang="da-DK" dirty="0" err="1"/>
              <a:t>risk</a:t>
            </a:r>
            <a:endParaRPr lang="da-DK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a-DK" dirty="0"/>
              <a:t>Hvis alderen er under end 18 og vægt er over 60 high </a:t>
            </a:r>
            <a:r>
              <a:rPr lang="da-DK" dirty="0" err="1"/>
              <a:t>risk</a:t>
            </a:r>
            <a:endParaRPr lang="da-DK" dirty="0"/>
          </a:p>
          <a:p>
            <a:r>
              <a:rPr lang="da-DK" dirty="0"/>
              <a:t>Hvis alderen er over 30 og ryger stor risiko</a:t>
            </a:r>
          </a:p>
          <a:p>
            <a:r>
              <a:rPr lang="da-DK" dirty="0"/>
              <a:t>Hvis alderen er over 30 og ikke ryger lav risiko.</a:t>
            </a:r>
          </a:p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A57F9D-99A1-4129-BCB7-81A9015D75EE}" type="slidenum">
              <a:rPr lang="da-DK" smtClean="0"/>
              <a:t>36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950192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En ny passager (mand, 30 år, 2. klasse)</a:t>
            </a:r>
            <a:br>
              <a:rPr lang="da-DK" dirty="0"/>
            </a:br>
            <a:r>
              <a:rPr lang="da-DK" dirty="0"/>
              <a:t>modellen finder de 5 mest lignende passagerer i træningsdata</a:t>
            </a:r>
            <a:br>
              <a:rPr lang="da-DK" dirty="0"/>
            </a:br>
            <a:r>
              <a:rPr lang="da-DK" dirty="0"/>
              <a:t>hvis 3 ud af 5 overlevede → forudsiger </a:t>
            </a:r>
            <a:r>
              <a:rPr lang="da-DK" i="1" dirty="0"/>
              <a:t>overlevet</a:t>
            </a:r>
            <a:r>
              <a:rPr lang="da-DK" dirty="0"/>
              <a:t>.</a:t>
            </a:r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A57F9D-99A1-4129-BCB7-81A9015D75EE}" type="slidenum">
              <a:rPr lang="da-DK" smtClean="0"/>
              <a:t>37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3981705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Den blå kurve viser, hvordan modellen bliver mindre perfekt på træningsdata, når den får mere at arbejde med — men det er godt, for så lærer den de generelle mønstre.</a:t>
            </a:r>
            <a:br>
              <a:rPr lang="da-DK" dirty="0"/>
            </a:br>
            <a:r>
              <a:rPr lang="da-DK" dirty="0"/>
              <a:t>Den orange kurve viser, hvordan modellen faktisk bliver bedre til at forudsige nyt data.</a:t>
            </a:r>
            <a:br>
              <a:rPr lang="da-DK" dirty="0"/>
            </a:br>
            <a:r>
              <a:rPr lang="da-DK" dirty="0"/>
              <a:t>Når de to mødes, betyder det, at vi har en god balance mellem læring og generalisering</a:t>
            </a:r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A57F9D-99A1-4129-BCB7-81A9015D75EE}" type="slidenum">
              <a:rPr lang="da-DK" smtClean="0"/>
              <a:t>39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33405492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10B12-9267-13D4-9B90-DB88651BE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4069DF18-0162-D525-16A8-141BD3D00F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7215E42C-14E6-20AC-2404-0776651E35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Eleverne skal arbejde med </a:t>
            </a:r>
            <a:r>
              <a:rPr lang="da-DK" dirty="0" err="1"/>
              <a:t>dataforberdelse</a:t>
            </a:r>
            <a:r>
              <a:rPr lang="da-DK" dirty="0"/>
              <a:t>: </a:t>
            </a:r>
            <a:br>
              <a:rPr lang="da-DK" dirty="0"/>
            </a:br>
            <a:r>
              <a:rPr lang="da-DK" dirty="0"/>
              <a:t>De skal udforske og forstå ny data.</a:t>
            </a:r>
          </a:p>
          <a:p>
            <a:r>
              <a:rPr lang="da-DK" dirty="0"/>
              <a:t>Håndtere manglende værdier</a:t>
            </a:r>
          </a:p>
          <a:p>
            <a:r>
              <a:rPr lang="da-DK" dirty="0"/>
              <a:t>Kode kategorier(One-hot </a:t>
            </a:r>
            <a:r>
              <a:rPr lang="da-DK" dirty="0" err="1"/>
              <a:t>encoding</a:t>
            </a:r>
            <a:r>
              <a:rPr lang="da-DK" dirty="0"/>
              <a:t>)</a:t>
            </a:r>
          </a:p>
          <a:p>
            <a:r>
              <a:rPr lang="da-DK" dirty="0"/>
              <a:t>Vælge relevante features.</a:t>
            </a:r>
          </a:p>
          <a:p>
            <a:r>
              <a:rPr lang="da-DK" dirty="0"/>
              <a:t>Splitte daten i træning og test sæt</a:t>
            </a:r>
          </a:p>
          <a:p>
            <a:r>
              <a:rPr lang="da-DK" dirty="0"/>
              <a:t>Træne og evaluere en simple </a:t>
            </a:r>
            <a:r>
              <a:rPr lang="da-DK" dirty="0" err="1"/>
              <a:t>machine</a:t>
            </a:r>
            <a:r>
              <a:rPr lang="da-DK"/>
              <a:t> learning model.</a:t>
            </a:r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68D6B4D8-0EDB-C368-4C59-18E8D554C6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A57F9D-99A1-4129-BCB7-81A9015D75EE}" type="slidenum">
              <a:rPr lang="da-DK" smtClean="0"/>
              <a:t>41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1853481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A57F9D-99A1-4129-BCB7-81A9015D75EE}" type="slidenum">
              <a:rPr lang="da-DK" smtClean="0"/>
              <a:t>44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3047820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A57F9D-99A1-4129-BCB7-81A9015D75EE}" type="slidenum">
              <a:rPr lang="da-DK" smtClean="0"/>
              <a:t>46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6895343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b="0" dirty="0"/>
              <a:t>1. </a:t>
            </a:r>
            <a:r>
              <a:rPr lang="da-DK" b="0" dirty="0" err="1"/>
              <a:t>Inertia</a:t>
            </a:r>
            <a:endParaRPr lang="da-DK" b="0" dirty="0"/>
          </a:p>
          <a:p>
            <a:r>
              <a:rPr lang="da-DK" b="0" dirty="0" err="1"/>
              <a:t>Inertia</a:t>
            </a:r>
            <a:r>
              <a:rPr lang="da-DK" b="0" dirty="0"/>
              <a:t> falder som forventet, når </a:t>
            </a:r>
            <a:r>
              <a:rPr lang="da-DK" b="0" i="1" dirty="0"/>
              <a:t>k</a:t>
            </a:r>
            <a:r>
              <a:rPr lang="da-DK" b="0" dirty="0"/>
              <a:t> stiger, så flere klynger giver mindre afstanden til centrene.</a:t>
            </a:r>
          </a:p>
          <a:p>
            <a:r>
              <a:rPr lang="da-DK" b="0" dirty="0"/>
              <a:t>Men faldet bliver mindre markant efter k = 6, hvilket betyder, at du nærmer dig albuepunktet.</a:t>
            </a:r>
          </a:p>
          <a:p>
            <a:r>
              <a:rPr lang="da-DK" b="0" i="1" dirty="0" err="1"/>
              <a:t>Elbow</a:t>
            </a:r>
            <a:r>
              <a:rPr lang="da-DK" b="0" i="1" dirty="0"/>
              <a:t> Method</a:t>
            </a:r>
            <a:r>
              <a:rPr lang="da-DK" b="0" dirty="0"/>
              <a:t> peger altså på k ≈ 5–6.</a:t>
            </a:r>
          </a:p>
          <a:p>
            <a:endParaRPr lang="da-DK" b="0" dirty="0"/>
          </a:p>
          <a:p>
            <a:r>
              <a:rPr lang="da-DK" b="0" dirty="0"/>
              <a:t>2. </a:t>
            </a:r>
            <a:r>
              <a:rPr lang="da-DK" b="0" dirty="0" err="1"/>
              <a:t>Silhouette</a:t>
            </a:r>
            <a:r>
              <a:rPr lang="da-DK" b="0" dirty="0"/>
              <a:t> Score</a:t>
            </a:r>
          </a:p>
          <a:p>
            <a:r>
              <a:rPr lang="da-DK" b="0" dirty="0"/>
              <a:t>Den stiger fra 0.33 til 0.43 og topper ved k = 6.</a:t>
            </a:r>
          </a:p>
          <a:p>
            <a:r>
              <a:rPr lang="da-DK" b="0" dirty="0"/>
              <a:t>Derefter falder den igen. Hvilket viser, at 6 klynger giver bedst adskilte og kompakte grupper.</a:t>
            </a:r>
          </a:p>
          <a:p>
            <a:r>
              <a:rPr lang="da-DK" b="0" i="1" dirty="0" err="1"/>
              <a:t>Silhouette</a:t>
            </a:r>
            <a:r>
              <a:rPr lang="da-DK" b="0" i="1" dirty="0"/>
              <a:t> Score</a:t>
            </a:r>
            <a:r>
              <a:rPr lang="da-DK" b="0" dirty="0"/>
              <a:t> bekræfter også, at k = 6 er det bedste valg.</a:t>
            </a:r>
          </a:p>
          <a:p>
            <a:endParaRPr lang="da-DK" b="0" dirty="0"/>
          </a:p>
          <a:p>
            <a:r>
              <a:rPr lang="da-DK" b="0" dirty="0"/>
              <a:t>Begge metoder (</a:t>
            </a:r>
            <a:r>
              <a:rPr lang="da-DK" b="0" dirty="0" err="1"/>
              <a:t>Elbow</a:t>
            </a:r>
            <a:r>
              <a:rPr lang="da-DK" b="0" dirty="0"/>
              <a:t> + </a:t>
            </a:r>
            <a:r>
              <a:rPr lang="da-DK" b="0" dirty="0" err="1"/>
              <a:t>Silhouette</a:t>
            </a:r>
            <a:r>
              <a:rPr lang="da-DK" b="0" dirty="0"/>
              <a:t>) peger på det samme resultat:</a:t>
            </a:r>
          </a:p>
          <a:p>
            <a:r>
              <a:rPr lang="da-DK" b="0" dirty="0"/>
              <a:t>Det optimale antal klynger er k = 6.</a:t>
            </a:r>
          </a:p>
          <a:p>
            <a:r>
              <a:rPr lang="da-DK" b="0" dirty="0"/>
              <a:t>Det betyder, at dine data naturligt opdeler sig i seks kundegrupper, som hver har:</a:t>
            </a:r>
          </a:p>
          <a:p>
            <a:r>
              <a:rPr lang="da-DK" b="0" dirty="0"/>
              <a:t>Relativt ens alder, indkomst og forbrugs-score inden for gruppen,</a:t>
            </a:r>
          </a:p>
          <a:p>
            <a:r>
              <a:rPr lang="da-DK" b="0" dirty="0"/>
              <a:t>Men adskiller sig tydeligt fra de andre grupper.</a:t>
            </a:r>
          </a:p>
          <a:p>
            <a:endParaRPr lang="da-DK" dirty="0"/>
          </a:p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A57F9D-99A1-4129-BCB7-81A9015D75EE}" type="slidenum">
              <a:rPr lang="da-DK" smtClean="0"/>
              <a:t>47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609261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7C818C7-C928-9C25-2D2C-6B76D24A8A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A43D4122-8243-D8D8-29A6-56062A5D9B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0CF385BF-D7EF-470E-6E09-59D03329D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32864-C468-4DC5-82EC-9C7B5A5B11F2}" type="datetimeFigureOut">
              <a:rPr lang="da-DK" smtClean="0"/>
              <a:t>13-11-2025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EB71FB76-4788-AD96-8377-64DBF34DF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8E7D8A95-11DA-EA06-5051-D7A9816EF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4FBE2-6EEB-433C-9D3F-A5282D7F458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32558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DE0953-1E2B-E469-D922-A5CB2A809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E16FD198-3DCD-84A9-651F-FB338286DB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011F9800-396A-85B8-B6E6-7C9FD79D2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32864-C468-4DC5-82EC-9C7B5A5B11F2}" type="datetimeFigureOut">
              <a:rPr lang="da-DK" smtClean="0"/>
              <a:t>13-11-2025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280C1718-C9A6-83C3-2BF9-5AD92122D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43F46AF5-77DC-CCD0-F434-4416854CB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4FBE2-6EEB-433C-9D3F-A5282D7F458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126349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16F60E-F96D-08C6-4FB7-D63A03703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2331D2A1-ADEE-44B5-5E40-7E65D0E461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02D29DAA-DB5D-3642-392F-BDD30B656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32864-C468-4DC5-82EC-9C7B5A5B11F2}" type="datetimeFigureOut">
              <a:rPr lang="da-DK" smtClean="0"/>
              <a:t>13-11-2025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8AF7C08C-2EAC-1A9E-E8B5-6299C7029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42CF23CD-8EAB-E6F9-E2AC-BC6D9D177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4FBE2-6EEB-433C-9D3F-A5282D7F458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87248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D3DFCCE-719D-A29F-9830-7993F6AE4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AAA7DA18-D739-3826-D5EC-5F4580CAD5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99815590-D9DB-0857-287C-1FD07884C3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4B86C197-1454-730D-A8CF-6568499D0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32864-C468-4DC5-82EC-9C7B5A5B11F2}" type="datetimeFigureOut">
              <a:rPr lang="da-DK" smtClean="0"/>
              <a:t>13-11-2025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78800621-058B-D872-72A0-C0215ABA6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B3A3A857-9EDB-42B8-DA34-F4BAA7B4E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4FBE2-6EEB-433C-9D3F-A5282D7F458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858176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D8BFC9D-04E9-B90C-3E83-0741490ED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E3275CD6-3E6C-6219-3330-F77138F12A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54EFF49C-35D9-17AF-EEAA-B3B9C5EC5F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1EE9502C-53D1-6C8A-129C-6097F89032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21416823-A18F-34A5-A543-C9853ACC12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>
            <a:extLst>
              <a:ext uri="{FF2B5EF4-FFF2-40B4-BE49-F238E27FC236}">
                <a16:creationId xmlns:a16="http://schemas.microsoft.com/office/drawing/2014/main" id="{13391472-DFB8-4F52-393C-1F294EDEB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32864-C468-4DC5-82EC-9C7B5A5B11F2}" type="datetimeFigureOut">
              <a:rPr lang="da-DK" smtClean="0"/>
              <a:t>13-11-2025</a:t>
            </a:fld>
            <a:endParaRPr lang="da-DK"/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7CC9F53A-758D-5597-EB5B-97A13BB99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6DF5AEBD-2799-CCC7-C958-94273D914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4FBE2-6EEB-433C-9D3F-A5282D7F458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979844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9C154F-1711-D762-9EB4-CC308829C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3E815648-C6A7-57F2-8D46-8F5F06BD0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32864-C468-4DC5-82EC-9C7B5A5B11F2}" type="datetimeFigureOut">
              <a:rPr lang="da-DK" smtClean="0"/>
              <a:t>13-11-2025</a:t>
            </a:fld>
            <a:endParaRPr lang="da-DK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5736C22F-E846-A684-6B7C-4CAF007CE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2B61E24C-A2D8-07DE-5CF4-CBEAA1745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4FBE2-6EEB-433C-9D3F-A5282D7F458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377071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>
            <a:extLst>
              <a:ext uri="{FF2B5EF4-FFF2-40B4-BE49-F238E27FC236}">
                <a16:creationId xmlns:a16="http://schemas.microsoft.com/office/drawing/2014/main" id="{AF15EA68-8F7B-5DE3-275E-EC467B871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32864-C468-4DC5-82EC-9C7B5A5B11F2}" type="datetimeFigureOut">
              <a:rPr lang="da-DK" smtClean="0"/>
              <a:t>13-11-2025</a:t>
            </a:fld>
            <a:endParaRPr lang="da-DK"/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7AEAA526-D2F1-4972-1ED3-A70FEC0B4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7112C92E-1E99-DAC2-1C17-B8C414DF7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4FBE2-6EEB-433C-9D3F-A5282D7F458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780141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273BD6-2E00-AB31-B48C-5F49BB2E4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1959A198-EAA0-0957-A684-9C78A5E2CF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5C27A17C-25A3-BA40-44B0-65143321B2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EC4D4410-95C0-E979-3A06-8D2E29112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32864-C468-4DC5-82EC-9C7B5A5B11F2}" type="datetimeFigureOut">
              <a:rPr lang="da-DK" smtClean="0"/>
              <a:t>13-11-2025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98F4C3D2-EE7E-AB41-2877-3B22CFBFF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59AC3F72-2C65-C13D-3983-BF73929C7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4FBE2-6EEB-433C-9D3F-A5282D7F458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934491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9B2BDB-7F42-E4C3-C16E-98491FD48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billede 2">
            <a:extLst>
              <a:ext uri="{FF2B5EF4-FFF2-40B4-BE49-F238E27FC236}">
                <a16:creationId xmlns:a16="http://schemas.microsoft.com/office/drawing/2014/main" id="{233D1A29-4CD3-A6E9-79D4-E63A3C9228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0B7EFE6F-E2F9-D9DF-3A96-9CCAC85903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3762D24D-ABEF-1916-59CA-9F1CD2125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32864-C468-4DC5-82EC-9C7B5A5B11F2}" type="datetimeFigureOut">
              <a:rPr lang="da-DK" smtClean="0"/>
              <a:t>13-11-2025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710D3764-70FA-C801-A80C-84D693219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B444E67C-64AB-1892-E6BF-5B14FAE82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4FBE2-6EEB-433C-9D3F-A5282D7F458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19287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6F7788-F6F0-ADCA-68F1-C8C4318EE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2D6F5452-1F73-9F3C-330C-AA95EAF4EF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B2D7378C-24F9-38C1-C78A-CE787A7A9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32864-C468-4DC5-82EC-9C7B5A5B11F2}" type="datetimeFigureOut">
              <a:rPr lang="da-DK" smtClean="0"/>
              <a:t>13-11-2025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7F38466C-C46B-A6AF-3885-4D843DDB6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8879DC4F-D259-5C88-8316-C6711E0C3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4FBE2-6EEB-433C-9D3F-A5282D7F458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1500996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>
            <a:extLst>
              <a:ext uri="{FF2B5EF4-FFF2-40B4-BE49-F238E27FC236}">
                <a16:creationId xmlns:a16="http://schemas.microsoft.com/office/drawing/2014/main" id="{EEFFA51E-6BC6-EDFE-1CEA-FAC79DF90C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5745A8E4-1D2D-688C-59D3-6A94E9561F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8368A5F0-6B05-D014-DADB-8F22ACDAB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32864-C468-4DC5-82EC-9C7B5A5B11F2}" type="datetimeFigureOut">
              <a:rPr lang="da-DK" smtClean="0"/>
              <a:t>13-11-2025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1CD6AC60-9F1B-EEB4-86AE-3F232BE57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9F05E483-FDAA-E52C-6D7C-3003D201D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4FBE2-6EEB-433C-9D3F-A5282D7F458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97577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>
            <a:extLst>
              <a:ext uri="{FF2B5EF4-FFF2-40B4-BE49-F238E27FC236}">
                <a16:creationId xmlns:a16="http://schemas.microsoft.com/office/drawing/2014/main" id="{CE470A38-D2C3-402A-8CC2-08B6DFD04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03B15BE4-E253-91A9-67B3-A48A997019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CF18FEC0-5389-3A82-B152-F8E889331E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B32864-C468-4DC5-82EC-9C7B5A5B11F2}" type="datetimeFigureOut">
              <a:rPr lang="da-DK" smtClean="0"/>
              <a:t>13-11-2025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11F9CE38-B3FF-6775-2594-A570F2738D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74F6FEFC-A0DA-4D5F-ED69-5408E210F0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F4FBE2-6EEB-433C-9D3F-A5282D7F458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386163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7T06Mml2-jE?feature=oembed" TargetMode="External"/><Relationship Id="rId4" Type="http://schemas.openxmlformats.org/officeDocument/2006/relationships/image" Target="../media/image11.jpe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johnsmith88/heart-disease-dataset" TargetMode="External"/><Relationship Id="rId2" Type="http://schemas.openxmlformats.org/officeDocument/2006/relationships/hyperlink" Target="https://www.kaggle.com/datasets/carrie1/ecommerce-data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kaggle.com/datasets/unsdsn/world-happiness" TargetMode="Externa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7">
            <a:extLst>
              <a:ext uri="{FF2B5EF4-FFF2-40B4-BE49-F238E27FC236}">
                <a16:creationId xmlns:a16="http://schemas.microsoft.com/office/drawing/2014/main" id="{54A6836E-C603-43CB-9DA7-89D8E3FA38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9">
            <a:extLst>
              <a:ext uri="{FF2B5EF4-FFF2-40B4-BE49-F238E27FC236}">
                <a16:creationId xmlns:a16="http://schemas.microsoft.com/office/drawing/2014/main" id="{296007DD-F9BF-4F0F-B8C6-C514B28419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91D2CC8-0B98-6F72-586B-9CFC454FFE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3925" y="1321056"/>
            <a:ext cx="10684151" cy="1991979"/>
          </a:xfrm>
        </p:spPr>
        <p:txBody>
          <a:bodyPr anchor="b">
            <a:normAutofit/>
          </a:bodyPr>
          <a:lstStyle/>
          <a:p>
            <a:r>
              <a:rPr lang="da-DK" sz="5200">
                <a:solidFill>
                  <a:schemeClr val="tx2"/>
                </a:solidFill>
              </a:rPr>
              <a:t>Machine Learnig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388A5CE3-D446-45DC-D9D9-12E76DD38E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61395" y="3525490"/>
            <a:ext cx="9469211" cy="865639"/>
          </a:xfrm>
        </p:spPr>
        <p:txBody>
          <a:bodyPr anchor="t">
            <a:normAutofit/>
          </a:bodyPr>
          <a:lstStyle/>
          <a:p>
            <a:endParaRPr lang="da-DK">
              <a:solidFill>
                <a:schemeClr val="tx2"/>
              </a:solidFill>
            </a:endParaRPr>
          </a:p>
        </p:txBody>
      </p:sp>
      <p:grpSp>
        <p:nvGrpSpPr>
          <p:cNvPr id="24" name="Group 11">
            <a:extLst>
              <a:ext uri="{FF2B5EF4-FFF2-40B4-BE49-F238E27FC236}">
                <a16:creationId xmlns:a16="http://schemas.microsoft.com/office/drawing/2014/main" id="{8A0FAFCA-5C96-453B-83B7-A9AEF7F18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67135" y="0"/>
            <a:ext cx="4324865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A0F84AE-A24D-4353-B1BA-BD80DAA385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13">
              <a:extLst>
                <a:ext uri="{FF2B5EF4-FFF2-40B4-BE49-F238E27FC236}">
                  <a16:creationId xmlns:a16="http://schemas.microsoft.com/office/drawing/2014/main" id="{AF093259-3E74-43A1-944B-B106C8105E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AA28A35-1E54-4054-BB95-42FAFA13A9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BA3A17F-F3BD-4B94-9CC8-006700210F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D0398DD-AD75-4E2B-A3C6-35073082A8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-456265" y="3658536"/>
            <a:ext cx="3655725" cy="2743201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3E4F247-A844-4CD1-A37E-B7EA0DA2DB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E2387B1B-D4D3-493F-8D7A-C7A89DBD4A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C3404477-1F13-4859-84DA-12A303AC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1B8C62FD-B708-4F00-80BB-1250C60119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915262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9E13BB3-B207-C06F-7061-8FA1C5ABB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da-DK" dirty="0">
                <a:solidFill>
                  <a:srgbClr val="FFFFFF"/>
                </a:solidFill>
              </a:rPr>
              <a:t>Målpinde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A0CC3777-4D22-0474-00B1-48E0B19467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da-DK" sz="2600" dirty="0"/>
              <a:t>Lærlingen kan redegøre for, hvordan en maskine kan lære.</a:t>
            </a:r>
          </a:p>
          <a:p>
            <a:r>
              <a:rPr lang="da-DK" sz="2600" dirty="0"/>
              <a:t>Lærlingen kan anvende maskinlæring til at løse praktiske opgaver.</a:t>
            </a:r>
          </a:p>
          <a:p>
            <a:r>
              <a:rPr lang="da-DK" sz="2600" dirty="0"/>
              <a:t>Lærlingen kan samle og forberede data til maskinlæring.</a:t>
            </a:r>
          </a:p>
          <a:p>
            <a:r>
              <a:rPr lang="da-DK" sz="2600" dirty="0"/>
              <a:t>Lærlingen kan redegøre for forskellige maskinlæringsmetoder.</a:t>
            </a:r>
          </a:p>
          <a:p>
            <a:r>
              <a:rPr lang="da-DK" sz="2600" dirty="0"/>
              <a:t>Lærlingen kan træne og teste sin model.</a:t>
            </a:r>
          </a:p>
          <a:p>
            <a:r>
              <a:rPr lang="da-DK" sz="2600" dirty="0"/>
              <a:t>Lærlingen kan anvende klassificering og regression til at løse praktiske opgaver.</a:t>
            </a:r>
          </a:p>
          <a:p>
            <a:r>
              <a:rPr lang="da-DK" sz="2600" dirty="0"/>
              <a:t>Lærlingen kan anvende et maskinlærings-framework til at løse en praktisk opgave.</a:t>
            </a:r>
          </a:p>
          <a:p>
            <a:endParaRPr lang="da-DK" sz="2600" dirty="0"/>
          </a:p>
        </p:txBody>
      </p:sp>
    </p:spTree>
    <p:extLst>
      <p:ext uri="{BB962C8B-B14F-4D97-AF65-F5344CB8AC3E}">
        <p14:creationId xmlns:p14="http://schemas.microsoft.com/office/powerpoint/2010/main" val="295540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C4A233B-4CC4-9EB1-A5A2-ABE8B50CA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Hvad er Machine Learning</a:t>
            </a:r>
          </a:p>
        </p:txBody>
      </p:sp>
      <p:pic>
        <p:nvPicPr>
          <p:cNvPr id="1026" name="Picture 2" descr="The Difference Between AI, Machine Learning, and Deep Learning">
            <a:extLst>
              <a:ext uri="{FF2B5EF4-FFF2-40B4-BE49-F238E27FC236}">
                <a16:creationId xmlns:a16="http://schemas.microsoft.com/office/drawing/2014/main" id="{7FEA4426-A6EA-9930-43A4-518D7ECA66C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77316" y="1164777"/>
            <a:ext cx="6780700" cy="4526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58090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2550BE34-C2B8-49B8-8519-67A8CAD51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F413B29-DF62-2E0D-8786-A7A37C143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6" y="586822"/>
            <a:ext cx="3560252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Supervised Learning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8B0D48A4-549B-5D95-F29F-081497332A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351164" y="586822"/>
            <a:ext cx="6002636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/>
            <a:endParaRPr lang="en-US" sz="1700" dirty="0"/>
          </a:p>
          <a:p>
            <a:pPr marL="0" indent="0">
              <a:buNone/>
            </a:pPr>
            <a:r>
              <a:rPr lang="en-US" sz="1700" i="1" dirty="0"/>
              <a:t>Det er </a:t>
            </a:r>
            <a:r>
              <a:rPr lang="en-US" sz="1700" i="1" dirty="0" err="1"/>
              <a:t>som</a:t>
            </a:r>
            <a:r>
              <a:rPr lang="en-US" sz="1700" i="1" dirty="0"/>
              <a:t> at </a:t>
            </a:r>
            <a:r>
              <a:rPr lang="en-US" sz="1700" i="1" dirty="0" err="1"/>
              <a:t>lære</a:t>
            </a:r>
            <a:r>
              <a:rPr lang="en-US" sz="1700" i="1" dirty="0"/>
              <a:t> et barn </a:t>
            </a:r>
            <a:r>
              <a:rPr lang="en-US" sz="1700" i="1" dirty="0" err="1"/>
              <a:t>ord</a:t>
            </a:r>
            <a:r>
              <a:rPr lang="en-US" sz="1700" i="1" dirty="0"/>
              <a:t> </a:t>
            </a:r>
            <a:r>
              <a:rPr lang="en-US" sz="1700" i="1" dirty="0" err="1"/>
              <a:t>ved</a:t>
            </a:r>
            <a:r>
              <a:rPr lang="en-US" sz="1700" i="1" dirty="0"/>
              <a:t> at </a:t>
            </a:r>
            <a:r>
              <a:rPr lang="en-US" sz="1700" i="1" dirty="0" err="1"/>
              <a:t>pege</a:t>
            </a:r>
            <a:r>
              <a:rPr lang="en-US" sz="1700" i="1" dirty="0"/>
              <a:t> </a:t>
            </a:r>
            <a:r>
              <a:rPr lang="en-US" sz="1700" i="1" dirty="0" err="1"/>
              <a:t>på</a:t>
            </a:r>
            <a:r>
              <a:rPr lang="en-US" sz="1700" i="1" dirty="0"/>
              <a:t> ting:</a:t>
            </a:r>
            <a:br>
              <a:rPr lang="en-US" sz="1700" dirty="0"/>
            </a:br>
            <a:r>
              <a:rPr lang="en-US" sz="1700" i="1" dirty="0"/>
              <a:t>Du </a:t>
            </a:r>
            <a:r>
              <a:rPr lang="en-US" sz="1700" i="1" dirty="0" err="1"/>
              <a:t>peger</a:t>
            </a:r>
            <a:r>
              <a:rPr lang="en-US" sz="1700" i="1" dirty="0"/>
              <a:t> </a:t>
            </a:r>
            <a:r>
              <a:rPr lang="en-US" sz="1700" i="1" dirty="0" err="1"/>
              <a:t>på</a:t>
            </a:r>
            <a:r>
              <a:rPr lang="en-US" sz="1700" i="1" dirty="0"/>
              <a:t> </a:t>
            </a:r>
            <a:r>
              <a:rPr lang="en-US" sz="1700" i="1" dirty="0" err="1"/>
              <a:t>en</a:t>
            </a:r>
            <a:r>
              <a:rPr lang="en-US" sz="1700" i="1" dirty="0"/>
              <a:t> kat </a:t>
            </a:r>
            <a:r>
              <a:rPr lang="en-US" sz="1700" i="1" dirty="0" err="1"/>
              <a:t>og</a:t>
            </a:r>
            <a:r>
              <a:rPr lang="en-US" sz="1700" i="1" dirty="0"/>
              <a:t> </a:t>
            </a:r>
            <a:r>
              <a:rPr lang="en-US" sz="1700" i="1" dirty="0" err="1"/>
              <a:t>siger</a:t>
            </a:r>
            <a:r>
              <a:rPr lang="en-US" sz="1700" i="1" dirty="0"/>
              <a:t> “kat”.</a:t>
            </a:r>
            <a:br>
              <a:rPr lang="en-US" sz="1700" dirty="0"/>
            </a:br>
            <a:r>
              <a:rPr lang="en-US" sz="1700" i="1" dirty="0"/>
              <a:t>Du </a:t>
            </a:r>
            <a:r>
              <a:rPr lang="en-US" sz="1700" i="1" dirty="0" err="1"/>
              <a:t>peger</a:t>
            </a:r>
            <a:r>
              <a:rPr lang="en-US" sz="1700" i="1" dirty="0"/>
              <a:t> </a:t>
            </a:r>
            <a:r>
              <a:rPr lang="en-US" sz="1700" i="1" dirty="0" err="1"/>
              <a:t>på</a:t>
            </a:r>
            <a:r>
              <a:rPr lang="en-US" sz="1700" i="1" dirty="0"/>
              <a:t> </a:t>
            </a:r>
            <a:r>
              <a:rPr lang="en-US" sz="1700" i="1" dirty="0" err="1"/>
              <a:t>en</a:t>
            </a:r>
            <a:r>
              <a:rPr lang="en-US" sz="1700" i="1" dirty="0"/>
              <a:t> hund </a:t>
            </a:r>
            <a:r>
              <a:rPr lang="en-US" sz="1700" i="1" dirty="0" err="1"/>
              <a:t>og</a:t>
            </a:r>
            <a:r>
              <a:rPr lang="en-US" sz="1700" i="1" dirty="0"/>
              <a:t> </a:t>
            </a:r>
            <a:r>
              <a:rPr lang="en-US" sz="1700" i="1" dirty="0" err="1"/>
              <a:t>siger</a:t>
            </a:r>
            <a:r>
              <a:rPr lang="en-US" sz="1700" i="1" dirty="0"/>
              <a:t> “hund”.</a:t>
            </a:r>
            <a:br>
              <a:rPr lang="en-US" sz="1700" dirty="0"/>
            </a:br>
            <a:r>
              <a:rPr lang="en-US" sz="1700" i="1" dirty="0" err="1"/>
              <a:t>Efter</a:t>
            </a:r>
            <a:r>
              <a:rPr lang="en-US" sz="1700" i="1" dirty="0"/>
              <a:t> mange </a:t>
            </a:r>
            <a:r>
              <a:rPr lang="en-US" sz="1700" i="1" dirty="0" err="1"/>
              <a:t>eksempler</a:t>
            </a:r>
            <a:r>
              <a:rPr lang="en-US" sz="1700" i="1" dirty="0"/>
              <a:t> </a:t>
            </a:r>
            <a:r>
              <a:rPr lang="en-US" sz="1700" i="1" dirty="0" err="1"/>
              <a:t>kan</a:t>
            </a:r>
            <a:r>
              <a:rPr lang="en-US" sz="1700" i="1" dirty="0"/>
              <a:t> </a:t>
            </a:r>
            <a:r>
              <a:rPr lang="en-US" sz="1700" i="1" dirty="0" err="1"/>
              <a:t>barnet</a:t>
            </a:r>
            <a:r>
              <a:rPr lang="en-US" sz="1700" i="1" dirty="0"/>
              <a:t> </a:t>
            </a:r>
            <a:r>
              <a:rPr lang="en-US" sz="1700" i="1" dirty="0" err="1"/>
              <a:t>selv</a:t>
            </a:r>
            <a:r>
              <a:rPr lang="en-US" sz="1700" i="1" dirty="0"/>
              <a:t> </a:t>
            </a:r>
            <a:r>
              <a:rPr lang="en-US" sz="1700" i="1" dirty="0" err="1"/>
              <a:t>sige</a:t>
            </a:r>
            <a:r>
              <a:rPr lang="en-US" sz="1700" i="1" dirty="0"/>
              <a:t> “kat” </a:t>
            </a:r>
            <a:r>
              <a:rPr lang="en-US" sz="1700" i="1" dirty="0" err="1"/>
              <a:t>eller</a:t>
            </a:r>
            <a:r>
              <a:rPr lang="en-US" sz="1700" i="1" dirty="0"/>
              <a:t> “hund”, </a:t>
            </a:r>
            <a:r>
              <a:rPr lang="en-US" sz="1700" i="1" dirty="0" err="1"/>
              <a:t>når</a:t>
            </a:r>
            <a:r>
              <a:rPr lang="en-US" sz="1700" i="1" dirty="0"/>
              <a:t> det ser et </a:t>
            </a:r>
            <a:r>
              <a:rPr lang="en-US" sz="1700" i="1" dirty="0" err="1"/>
              <a:t>nyt</a:t>
            </a:r>
            <a:r>
              <a:rPr lang="en-US" sz="1700" i="1" dirty="0"/>
              <a:t> </a:t>
            </a:r>
            <a:r>
              <a:rPr lang="en-US" sz="1700" i="1" dirty="0" err="1"/>
              <a:t>dyr</a:t>
            </a:r>
            <a:r>
              <a:rPr lang="en-US" sz="1700" i="1" dirty="0"/>
              <a:t>.</a:t>
            </a:r>
            <a:endParaRPr lang="en-US" sz="1700" dirty="0"/>
          </a:p>
          <a:p>
            <a:endParaRPr lang="en-US" sz="1700" dirty="0"/>
          </a:p>
        </p:txBody>
      </p:sp>
      <p:pic>
        <p:nvPicPr>
          <p:cNvPr id="5" name="Pladsholder til indhold 4">
            <a:extLst>
              <a:ext uri="{FF2B5EF4-FFF2-40B4-BE49-F238E27FC236}">
                <a16:creationId xmlns:a16="http://schemas.microsoft.com/office/drawing/2014/main" id="{6582F53B-B84A-D66C-293B-7A4FA2791D6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3043428" y="2734056"/>
            <a:ext cx="6193536" cy="3483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6198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2550BE34-C2B8-49B8-8519-67A8CAD51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FB5C988-7B96-3473-54F0-031279B5E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6" y="586822"/>
            <a:ext cx="3560252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Unsupervised Learning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814589CD-A854-0269-667F-E49A690DDA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351164" y="586822"/>
            <a:ext cx="6002636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1800" i="1" dirty="0"/>
              <a:t>Et barn </a:t>
            </a:r>
            <a:r>
              <a:rPr lang="en-US" sz="1800" i="1" dirty="0" err="1"/>
              <a:t>får</a:t>
            </a:r>
            <a:r>
              <a:rPr lang="en-US" sz="1800" i="1" dirty="0"/>
              <a:t> </a:t>
            </a:r>
            <a:r>
              <a:rPr lang="en-US" sz="1800" i="1" dirty="0" err="1"/>
              <a:t>en</a:t>
            </a:r>
            <a:r>
              <a:rPr lang="en-US" sz="1800" i="1" dirty="0"/>
              <a:t> </a:t>
            </a:r>
            <a:r>
              <a:rPr lang="en-US" sz="1800" i="1" dirty="0" err="1"/>
              <a:t>bunke</a:t>
            </a:r>
            <a:r>
              <a:rPr lang="en-US" sz="1800" i="1" dirty="0"/>
              <a:t> </a:t>
            </a:r>
            <a:r>
              <a:rPr lang="en-US" sz="1800" i="1" dirty="0" err="1"/>
              <a:t>dyr</a:t>
            </a:r>
            <a:r>
              <a:rPr lang="en-US" sz="1800" i="1" dirty="0"/>
              <a:t> at </a:t>
            </a:r>
            <a:r>
              <a:rPr lang="en-US" sz="1800" i="1" dirty="0" err="1"/>
              <a:t>kigge</a:t>
            </a:r>
            <a:r>
              <a:rPr lang="en-US" sz="1800" i="1" dirty="0"/>
              <a:t> </a:t>
            </a:r>
            <a:r>
              <a:rPr lang="en-US" sz="1800" i="1" dirty="0" err="1"/>
              <a:t>på</a:t>
            </a:r>
            <a:r>
              <a:rPr lang="en-US" sz="1800" i="1" dirty="0"/>
              <a:t> </a:t>
            </a:r>
            <a:r>
              <a:rPr lang="en-US" sz="1800" i="1" dirty="0" err="1"/>
              <a:t>og</a:t>
            </a:r>
            <a:r>
              <a:rPr lang="en-US" sz="1800" i="1" dirty="0"/>
              <a:t> </a:t>
            </a:r>
            <a:r>
              <a:rPr lang="en-US" sz="1800" i="1" dirty="0" err="1"/>
              <a:t>begynder</a:t>
            </a:r>
            <a:r>
              <a:rPr lang="en-US" sz="1800" i="1" dirty="0"/>
              <a:t> </a:t>
            </a:r>
            <a:r>
              <a:rPr lang="en-US" sz="1800" i="1" dirty="0" err="1"/>
              <a:t>selv</a:t>
            </a:r>
            <a:r>
              <a:rPr lang="en-US" sz="1800" i="1" dirty="0"/>
              <a:t> at </a:t>
            </a:r>
            <a:r>
              <a:rPr lang="en-US" sz="1800" i="1" dirty="0" err="1"/>
              <a:t>gruppere</a:t>
            </a:r>
            <a:r>
              <a:rPr lang="en-US" sz="1800" i="1" dirty="0"/>
              <a:t> dem.</a:t>
            </a:r>
            <a:br>
              <a:rPr lang="en-US" sz="1800" dirty="0"/>
            </a:br>
            <a:r>
              <a:rPr lang="en-US" sz="1800" i="1" dirty="0"/>
              <a:t>Barnet </a:t>
            </a:r>
            <a:r>
              <a:rPr lang="en-US" sz="1800" i="1" dirty="0" err="1"/>
              <a:t>opdager</a:t>
            </a:r>
            <a:r>
              <a:rPr lang="en-US" sz="1800" i="1" dirty="0"/>
              <a:t>, at </a:t>
            </a:r>
            <a:r>
              <a:rPr lang="en-US" sz="1800" i="1" dirty="0" err="1"/>
              <a:t>katte</a:t>
            </a:r>
            <a:r>
              <a:rPr lang="en-US" sz="1800" i="1" dirty="0"/>
              <a:t> </a:t>
            </a:r>
            <a:r>
              <a:rPr lang="en-US" sz="1800" i="1" dirty="0" err="1"/>
              <a:t>ligner</a:t>
            </a:r>
            <a:r>
              <a:rPr lang="en-US" sz="1800" i="1" dirty="0"/>
              <a:t> </a:t>
            </a:r>
            <a:r>
              <a:rPr lang="en-US" sz="1800" i="1" dirty="0" err="1"/>
              <a:t>hinanden</a:t>
            </a:r>
            <a:r>
              <a:rPr lang="en-US" sz="1800" i="1" dirty="0"/>
              <a:t>, </a:t>
            </a:r>
            <a:r>
              <a:rPr lang="en-US" sz="1800" i="1" dirty="0" err="1"/>
              <a:t>hunde</a:t>
            </a:r>
            <a:r>
              <a:rPr lang="en-US" sz="1800" i="1" dirty="0"/>
              <a:t> </a:t>
            </a:r>
            <a:r>
              <a:rPr lang="en-US" sz="1800" i="1" dirty="0" err="1"/>
              <a:t>ligner</a:t>
            </a:r>
            <a:r>
              <a:rPr lang="en-US" sz="1800" i="1" dirty="0"/>
              <a:t> </a:t>
            </a:r>
            <a:r>
              <a:rPr lang="en-US" sz="1800" i="1" dirty="0" err="1"/>
              <a:t>hinanden</a:t>
            </a:r>
            <a:r>
              <a:rPr lang="en-US" sz="1800" i="1" dirty="0"/>
              <a:t>, </a:t>
            </a:r>
            <a:r>
              <a:rPr lang="en-US" sz="1800" i="1" dirty="0" err="1"/>
              <a:t>og</a:t>
            </a:r>
            <a:r>
              <a:rPr lang="en-US" sz="1800" i="1" dirty="0"/>
              <a:t> </a:t>
            </a:r>
            <a:r>
              <a:rPr lang="en-US" sz="1800" i="1" dirty="0" err="1"/>
              <a:t>køer</a:t>
            </a:r>
            <a:r>
              <a:rPr lang="en-US" sz="1800" i="1" dirty="0"/>
              <a:t> </a:t>
            </a:r>
            <a:r>
              <a:rPr lang="en-US" sz="1800" i="1" dirty="0" err="1"/>
              <a:t>ligner</a:t>
            </a:r>
            <a:r>
              <a:rPr lang="en-US" sz="1800" i="1" dirty="0"/>
              <a:t> </a:t>
            </a:r>
            <a:r>
              <a:rPr lang="en-US" sz="1800" i="1" dirty="0" err="1"/>
              <a:t>hinanden</a:t>
            </a:r>
            <a:r>
              <a:rPr lang="en-US" sz="1800" i="1" dirty="0"/>
              <a:t> – men det </a:t>
            </a:r>
            <a:r>
              <a:rPr lang="en-US" sz="1800" i="1" dirty="0" err="1"/>
              <a:t>kender</a:t>
            </a:r>
            <a:r>
              <a:rPr lang="en-US" sz="1800" i="1" dirty="0"/>
              <a:t> </a:t>
            </a:r>
            <a:r>
              <a:rPr lang="en-US" sz="1800" i="1" dirty="0" err="1"/>
              <a:t>ikke</a:t>
            </a:r>
            <a:r>
              <a:rPr lang="en-US" sz="1800" i="1" dirty="0"/>
              <a:t> </a:t>
            </a:r>
            <a:r>
              <a:rPr lang="en-US" sz="1800" i="1" dirty="0" err="1"/>
              <a:t>navnene</a:t>
            </a:r>
            <a:r>
              <a:rPr lang="en-US" sz="1800" i="1" dirty="0"/>
              <a:t> </a:t>
            </a:r>
            <a:r>
              <a:rPr lang="en-US" sz="1800" i="1" dirty="0" err="1"/>
              <a:t>på</a:t>
            </a:r>
            <a:r>
              <a:rPr lang="en-US" sz="1800" i="1" dirty="0"/>
              <a:t> </a:t>
            </a:r>
            <a:r>
              <a:rPr lang="en-US" sz="1800" i="1" dirty="0" err="1"/>
              <a:t>dyrene</a:t>
            </a:r>
            <a:r>
              <a:rPr lang="en-US" sz="1800" i="1" dirty="0"/>
              <a:t>, </a:t>
            </a:r>
            <a:r>
              <a:rPr lang="en-US" sz="1800" i="1" dirty="0" err="1"/>
              <a:t>kun</a:t>
            </a:r>
            <a:r>
              <a:rPr lang="en-US" sz="1800" i="1" dirty="0"/>
              <a:t> </a:t>
            </a:r>
            <a:r>
              <a:rPr lang="en-US" sz="1800" i="1" dirty="0" err="1"/>
              <a:t>deres</a:t>
            </a:r>
            <a:r>
              <a:rPr lang="en-US" sz="1800" i="1" dirty="0"/>
              <a:t> “</a:t>
            </a:r>
            <a:r>
              <a:rPr lang="en-US" sz="1800" i="1" dirty="0" err="1"/>
              <a:t>mønstre</a:t>
            </a:r>
            <a:r>
              <a:rPr lang="en-US" sz="1800" i="1" dirty="0"/>
              <a:t>”.</a:t>
            </a:r>
            <a:endParaRPr lang="en-US" sz="1800" dirty="0"/>
          </a:p>
          <a:p>
            <a:endParaRPr lang="en-US" sz="1800" dirty="0"/>
          </a:p>
        </p:txBody>
      </p:sp>
      <p:pic>
        <p:nvPicPr>
          <p:cNvPr id="5" name="Pladsholder til indhold 4">
            <a:extLst>
              <a:ext uri="{FF2B5EF4-FFF2-40B4-BE49-F238E27FC236}">
                <a16:creationId xmlns:a16="http://schemas.microsoft.com/office/drawing/2014/main" id="{59306F5C-DE17-21A7-27ED-9AD024BA118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1463868" y="2734056"/>
            <a:ext cx="9352656" cy="3483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5894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2550BE34-C2B8-49B8-8519-67A8CAD51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9D01ED8-AEEE-9F82-F5A3-A12A1DE56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6" y="586822"/>
            <a:ext cx="3560252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i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Reinforcement Learning</a:t>
            </a:r>
            <a:endParaRPr lang="en-US" sz="32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CA9034E6-5517-9198-BC9E-3A35ED732C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351164" y="586822"/>
            <a:ext cx="6002636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1500" i="1" dirty="0" err="1"/>
              <a:t>Forestil</a:t>
            </a:r>
            <a:r>
              <a:rPr lang="en-US" sz="1500" i="1" dirty="0"/>
              <a:t> dig et barn, der </a:t>
            </a:r>
            <a:r>
              <a:rPr lang="en-US" sz="1500" i="1" dirty="0" err="1"/>
              <a:t>lærer</a:t>
            </a:r>
            <a:r>
              <a:rPr lang="en-US" sz="1500" i="1" dirty="0"/>
              <a:t> at </a:t>
            </a:r>
            <a:r>
              <a:rPr lang="en-US" sz="1500" i="1" dirty="0" err="1"/>
              <a:t>cykle</a:t>
            </a:r>
            <a:r>
              <a:rPr lang="en-US" sz="1500" i="1" dirty="0"/>
              <a:t>:</a:t>
            </a:r>
            <a:endParaRPr lang="en-US" sz="1500" dirty="0"/>
          </a:p>
          <a:p>
            <a:pPr marL="0" indent="0">
              <a:buNone/>
            </a:pPr>
            <a:r>
              <a:rPr lang="en-US" sz="1500" i="1" dirty="0" err="1"/>
              <a:t>Når</a:t>
            </a:r>
            <a:r>
              <a:rPr lang="en-US" sz="1500" i="1" dirty="0"/>
              <a:t> </a:t>
            </a:r>
            <a:r>
              <a:rPr lang="en-US" sz="1500" i="1" dirty="0" err="1"/>
              <a:t>barnet</a:t>
            </a:r>
            <a:r>
              <a:rPr lang="en-US" sz="1500" i="1" dirty="0"/>
              <a:t> holder </a:t>
            </a:r>
            <a:r>
              <a:rPr lang="en-US" sz="1500" i="1" dirty="0" err="1"/>
              <a:t>balancen</a:t>
            </a:r>
            <a:r>
              <a:rPr lang="en-US" sz="1500" i="1" dirty="0"/>
              <a:t> </a:t>
            </a:r>
            <a:r>
              <a:rPr lang="en-US" sz="1500" i="1" dirty="0" err="1"/>
              <a:t>og</a:t>
            </a:r>
            <a:r>
              <a:rPr lang="en-US" sz="1500" i="1" dirty="0"/>
              <a:t> </a:t>
            </a:r>
            <a:r>
              <a:rPr lang="en-US" sz="1500" i="1" dirty="0" err="1"/>
              <a:t>kører</a:t>
            </a:r>
            <a:r>
              <a:rPr lang="en-US" sz="1500" i="1" dirty="0"/>
              <a:t> </a:t>
            </a:r>
            <a:r>
              <a:rPr lang="en-US" sz="1500" i="1" dirty="0" err="1"/>
              <a:t>fremad</a:t>
            </a:r>
            <a:r>
              <a:rPr lang="en-US" sz="1500" i="1" dirty="0"/>
              <a:t>, </a:t>
            </a:r>
            <a:r>
              <a:rPr lang="en-US" sz="1500" i="1" dirty="0" err="1"/>
              <a:t>bliver</a:t>
            </a:r>
            <a:r>
              <a:rPr lang="en-US" sz="1500" i="1" dirty="0"/>
              <a:t> det </a:t>
            </a:r>
            <a:r>
              <a:rPr lang="en-US" sz="1500" i="1" dirty="0" err="1"/>
              <a:t>rost</a:t>
            </a:r>
            <a:r>
              <a:rPr lang="en-US" sz="1500" i="1" dirty="0"/>
              <a:t> (</a:t>
            </a:r>
            <a:r>
              <a:rPr lang="en-US" sz="1500" i="1" dirty="0" err="1"/>
              <a:t>belønning</a:t>
            </a:r>
            <a:r>
              <a:rPr lang="en-US" sz="1500" i="1" dirty="0"/>
              <a:t>).</a:t>
            </a:r>
            <a:endParaRPr lang="en-US" sz="1500" dirty="0"/>
          </a:p>
          <a:p>
            <a:pPr marL="0" indent="0">
              <a:buNone/>
            </a:pPr>
            <a:r>
              <a:rPr lang="en-US" sz="1500" i="1" dirty="0" err="1"/>
              <a:t>Når</a:t>
            </a:r>
            <a:r>
              <a:rPr lang="en-US" sz="1500" i="1" dirty="0"/>
              <a:t> </a:t>
            </a:r>
            <a:r>
              <a:rPr lang="en-US" sz="1500" i="1" dirty="0" err="1"/>
              <a:t>barnet</a:t>
            </a:r>
            <a:r>
              <a:rPr lang="en-US" sz="1500" i="1" dirty="0"/>
              <a:t> </a:t>
            </a:r>
            <a:r>
              <a:rPr lang="en-US" sz="1500" i="1" dirty="0" err="1"/>
              <a:t>vælter</a:t>
            </a:r>
            <a:r>
              <a:rPr lang="en-US" sz="1500" i="1" dirty="0"/>
              <a:t>, </a:t>
            </a:r>
            <a:r>
              <a:rPr lang="en-US" sz="1500" i="1" dirty="0" err="1"/>
              <a:t>slår</a:t>
            </a:r>
            <a:r>
              <a:rPr lang="en-US" sz="1500" i="1" dirty="0"/>
              <a:t> sig, </a:t>
            </a:r>
            <a:r>
              <a:rPr lang="en-US" sz="1500" i="1" dirty="0" err="1"/>
              <a:t>oplever</a:t>
            </a:r>
            <a:r>
              <a:rPr lang="en-US" sz="1500" i="1" dirty="0"/>
              <a:t> </a:t>
            </a:r>
            <a:r>
              <a:rPr lang="en-US" sz="1500" i="1" dirty="0" err="1"/>
              <a:t>barnet</a:t>
            </a:r>
            <a:r>
              <a:rPr lang="en-US" sz="1500" i="1" dirty="0"/>
              <a:t> </a:t>
            </a:r>
            <a:r>
              <a:rPr lang="en-US" sz="1500" i="1" dirty="0" err="1"/>
              <a:t>en</a:t>
            </a:r>
            <a:r>
              <a:rPr lang="en-US" sz="1500" i="1" dirty="0"/>
              <a:t> </a:t>
            </a:r>
            <a:r>
              <a:rPr lang="en-US" sz="1500" i="1" dirty="0" err="1"/>
              <a:t>negativ</a:t>
            </a:r>
            <a:r>
              <a:rPr lang="en-US" sz="1500" i="1" dirty="0"/>
              <a:t> </a:t>
            </a:r>
            <a:r>
              <a:rPr lang="en-US" sz="1500" i="1" dirty="0" err="1"/>
              <a:t>konsekvens</a:t>
            </a:r>
            <a:r>
              <a:rPr lang="en-US" sz="1500" i="1" dirty="0"/>
              <a:t>.</a:t>
            </a:r>
            <a:br>
              <a:rPr lang="en-US" sz="1500" i="1" dirty="0"/>
            </a:br>
            <a:r>
              <a:rPr lang="en-US" sz="1500" i="1" dirty="0"/>
              <a:t>Over </a:t>
            </a:r>
            <a:r>
              <a:rPr lang="en-US" sz="1500" i="1" dirty="0" err="1"/>
              <a:t>tid</a:t>
            </a:r>
            <a:r>
              <a:rPr lang="en-US" sz="1500" i="1" dirty="0"/>
              <a:t> finder </a:t>
            </a:r>
            <a:r>
              <a:rPr lang="en-US" sz="1500" i="1" dirty="0" err="1"/>
              <a:t>barnet</a:t>
            </a:r>
            <a:r>
              <a:rPr lang="en-US" sz="1500" i="1" dirty="0"/>
              <a:t> </a:t>
            </a:r>
            <a:r>
              <a:rPr lang="en-US" sz="1500" i="1" dirty="0" err="1"/>
              <a:t>ud</a:t>
            </a:r>
            <a:r>
              <a:rPr lang="en-US" sz="1500" i="1" dirty="0"/>
              <a:t> </a:t>
            </a:r>
            <a:r>
              <a:rPr lang="en-US" sz="1500" i="1" dirty="0" err="1"/>
              <a:t>af</a:t>
            </a:r>
            <a:r>
              <a:rPr lang="en-US" sz="1500" i="1" dirty="0"/>
              <a:t>, </a:t>
            </a:r>
            <a:r>
              <a:rPr lang="en-US" sz="1500" i="1" dirty="0" err="1"/>
              <a:t>hvilke</a:t>
            </a:r>
            <a:r>
              <a:rPr lang="en-US" sz="1500" i="1" dirty="0"/>
              <a:t> </a:t>
            </a:r>
            <a:r>
              <a:rPr lang="en-US" sz="1500" i="1" dirty="0" err="1"/>
              <a:t>handlinger</a:t>
            </a:r>
            <a:r>
              <a:rPr lang="en-US" sz="1500" i="1" dirty="0"/>
              <a:t> der giver </a:t>
            </a:r>
            <a:r>
              <a:rPr lang="en-US" sz="1500" i="1" dirty="0" err="1"/>
              <a:t>flest</a:t>
            </a:r>
            <a:r>
              <a:rPr lang="en-US" sz="1500" i="1" dirty="0"/>
              <a:t> </a:t>
            </a:r>
            <a:r>
              <a:rPr lang="en-US" sz="1500" i="1" dirty="0" err="1"/>
              <a:t>belønninger</a:t>
            </a:r>
            <a:r>
              <a:rPr lang="en-US" sz="1500" i="1" dirty="0"/>
              <a:t> (at </a:t>
            </a:r>
            <a:r>
              <a:rPr lang="en-US" sz="1500" i="1" dirty="0" err="1"/>
              <a:t>holde</a:t>
            </a:r>
            <a:r>
              <a:rPr lang="en-US" sz="1500" i="1" dirty="0"/>
              <a:t> </a:t>
            </a:r>
            <a:r>
              <a:rPr lang="en-US" sz="1500" i="1" dirty="0" err="1"/>
              <a:t>balancen</a:t>
            </a:r>
            <a:r>
              <a:rPr lang="en-US" sz="1500" i="1" dirty="0"/>
              <a:t>, </a:t>
            </a:r>
            <a:r>
              <a:rPr lang="en-US" sz="1500" i="1" dirty="0" err="1"/>
              <a:t>træde</a:t>
            </a:r>
            <a:r>
              <a:rPr lang="en-US" sz="1500" i="1" dirty="0"/>
              <a:t> </a:t>
            </a:r>
            <a:r>
              <a:rPr lang="en-US" sz="1500" i="1" dirty="0" err="1"/>
              <a:t>i</a:t>
            </a:r>
            <a:r>
              <a:rPr lang="en-US" sz="1500" i="1" dirty="0"/>
              <a:t> </a:t>
            </a:r>
            <a:r>
              <a:rPr lang="en-US" sz="1500" i="1" dirty="0" err="1"/>
              <a:t>pedalerne</a:t>
            </a:r>
            <a:r>
              <a:rPr lang="en-US" sz="1500" i="1" dirty="0"/>
              <a:t>) </a:t>
            </a:r>
            <a:r>
              <a:rPr lang="en-US" sz="1500" i="1" dirty="0" err="1"/>
              <a:t>og</a:t>
            </a:r>
            <a:r>
              <a:rPr lang="en-US" sz="1500" i="1" dirty="0"/>
              <a:t> </a:t>
            </a:r>
            <a:r>
              <a:rPr lang="en-US" sz="1500" i="1" dirty="0" err="1"/>
              <a:t>lærer</a:t>
            </a:r>
            <a:r>
              <a:rPr lang="en-US" sz="1500" i="1" dirty="0"/>
              <a:t> at </a:t>
            </a:r>
            <a:r>
              <a:rPr lang="en-US" sz="1500" i="1" dirty="0" err="1"/>
              <a:t>cykle</a:t>
            </a:r>
            <a:r>
              <a:rPr lang="en-US" sz="1500" i="1" dirty="0"/>
              <a:t>.</a:t>
            </a:r>
            <a:endParaRPr lang="en-US" sz="1500" dirty="0"/>
          </a:p>
          <a:p>
            <a:endParaRPr lang="en-US" sz="1500" dirty="0"/>
          </a:p>
        </p:txBody>
      </p:sp>
      <p:pic>
        <p:nvPicPr>
          <p:cNvPr id="10" name="Pladsholder til indhold 9" descr="Et billede, der indeholder tekst, hjul, cykel, dreng&#10;&#10;AI-genereret indhold kan være ukorrekt.">
            <a:extLst>
              <a:ext uri="{FF2B5EF4-FFF2-40B4-BE49-F238E27FC236}">
                <a16:creationId xmlns:a16="http://schemas.microsoft.com/office/drawing/2014/main" id="{7C2D9826-89FE-5640-8447-0D561E2E9D1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30560" y="2734056"/>
            <a:ext cx="5219272" cy="3483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88998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3D8217-65FB-585F-1352-81188C022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8557" y="1138036"/>
            <a:ext cx="5444382" cy="1402470"/>
          </a:xfrm>
        </p:spPr>
        <p:txBody>
          <a:bodyPr anchor="t">
            <a:normAutofit/>
          </a:bodyPr>
          <a:lstStyle/>
          <a:p>
            <a:r>
              <a:rPr lang="da-DK" sz="3200"/>
              <a:t>Features, targets and prediction</a:t>
            </a:r>
          </a:p>
        </p:txBody>
      </p:sp>
      <p:pic>
        <p:nvPicPr>
          <p:cNvPr id="17" name="Picture 4" descr="Hånd, der holder et svip med skygge numre på et ark">
            <a:extLst>
              <a:ext uri="{FF2B5EF4-FFF2-40B4-BE49-F238E27FC236}">
                <a16:creationId xmlns:a16="http://schemas.microsoft.com/office/drawing/2014/main" id="{2BA9F62F-271C-4C06-59A7-2841C74F1CA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8246" r="1616" b="-1"/>
          <a:stretch>
            <a:fillRect/>
          </a:stretch>
        </p:blipFill>
        <p:spPr>
          <a:xfrm>
            <a:off x="-1" y="10"/>
            <a:ext cx="5151179" cy="6857990"/>
          </a:xfrm>
          <a:prstGeom prst="rect">
            <a:avLst/>
          </a:prstGeom>
        </p:spPr>
      </p:pic>
      <p:cxnSp>
        <p:nvCxnSpPr>
          <p:cNvPr id="18" name="Straight Connector 8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71697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Pladsholder til indhold 2">
            <a:extLst>
              <a:ext uri="{FF2B5EF4-FFF2-40B4-BE49-F238E27FC236}">
                <a16:creationId xmlns:a16="http://schemas.microsoft.com/office/drawing/2014/main" id="{C5AB8970-9EE2-075A-AFB4-A109858424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8557" y="2551176"/>
            <a:ext cx="5444382" cy="3591207"/>
          </a:xfrm>
        </p:spPr>
        <p:txBody>
          <a:bodyPr>
            <a:normAutofit/>
          </a:bodyPr>
          <a:lstStyle/>
          <a:p>
            <a:r>
              <a:rPr lang="da-DK" sz="1700" dirty="0"/>
              <a:t>Features er den eller de oplysninger (input) som den bruger til at forudsige </a:t>
            </a:r>
            <a:r>
              <a:rPr lang="da-DK" sz="1700" i="1" dirty="0" err="1"/>
              <a:t>target</a:t>
            </a:r>
            <a:r>
              <a:rPr lang="da-DK" sz="1700" i="1" dirty="0"/>
              <a:t>.</a:t>
            </a:r>
          </a:p>
          <a:p>
            <a:pPr lvl="1"/>
            <a:r>
              <a:rPr lang="da-DK" sz="1700" i="1" dirty="0"/>
              <a:t>Eksempel: </a:t>
            </a:r>
            <a:r>
              <a:rPr lang="da-DK" sz="1700" dirty="0"/>
              <a:t>Hvor lang tid skal en elev læse op til en prøve for at få et hvis antal point i sin prøve.</a:t>
            </a:r>
            <a:br>
              <a:rPr lang="da-DK" sz="1700" dirty="0"/>
            </a:br>
            <a:r>
              <a:rPr lang="da-DK" sz="1700" dirty="0"/>
              <a:t>Her er tiden featuren som bruger til at forudsige et </a:t>
            </a:r>
            <a:r>
              <a:rPr lang="da-DK" sz="1700" dirty="0" err="1"/>
              <a:t>target</a:t>
            </a:r>
            <a:r>
              <a:rPr lang="da-DK" sz="1700" dirty="0"/>
              <a:t>/label(point i testen).</a:t>
            </a:r>
          </a:p>
          <a:p>
            <a:r>
              <a:rPr lang="da-DK" sz="1700" dirty="0"/>
              <a:t>Target er forudsigelsen, om hvor mange point eleven kan få efter at have læst op x antal timer. </a:t>
            </a:r>
          </a:p>
          <a:p>
            <a:r>
              <a:rPr lang="da-DK" sz="1700" i="1" dirty="0" err="1"/>
              <a:t>Prediction</a:t>
            </a:r>
            <a:r>
              <a:rPr lang="da-DK" sz="1700" i="1" dirty="0"/>
              <a:t> </a:t>
            </a:r>
            <a:r>
              <a:rPr lang="da-DK" sz="1700" dirty="0"/>
              <a:t>så modellens gæt på hvad </a:t>
            </a:r>
            <a:r>
              <a:rPr lang="da-DK" sz="1700" dirty="0" err="1"/>
              <a:t>target</a:t>
            </a:r>
            <a:r>
              <a:rPr lang="da-DK" sz="1700" dirty="0"/>
              <a:t> er ud fra features.</a:t>
            </a:r>
          </a:p>
          <a:p>
            <a:pPr lvl="1"/>
            <a:r>
              <a:rPr lang="da-DK" sz="1700" i="1" dirty="0"/>
              <a:t>Eksempel: </a:t>
            </a:r>
            <a:r>
              <a:rPr lang="da-DK" sz="1700" dirty="0"/>
              <a:t>Modellen siger at efter 5 timers læsning får man 80 point i prøven.</a:t>
            </a:r>
            <a:endParaRPr lang="da-DK" sz="1700" i="1" dirty="0"/>
          </a:p>
        </p:txBody>
      </p:sp>
    </p:spTree>
    <p:extLst>
      <p:ext uri="{BB962C8B-B14F-4D97-AF65-F5344CB8AC3E}">
        <p14:creationId xmlns:p14="http://schemas.microsoft.com/office/powerpoint/2010/main" val="30285583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CF4FDFD-13CD-9F9C-E9AE-37BBDA945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Features</a:t>
            </a:r>
            <a:br>
              <a:rPr lang="en-US" sz="2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r>
              <a:rPr lang="en-US" sz="2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- Hvilke feature hjælper mig med at finde Target (point i opgaven)</a:t>
            </a:r>
          </a:p>
        </p:txBody>
      </p:sp>
      <p:graphicFrame>
        <p:nvGraphicFramePr>
          <p:cNvPr id="4" name="Pladsholder til indhold 3">
            <a:extLst>
              <a:ext uri="{FF2B5EF4-FFF2-40B4-BE49-F238E27FC236}">
                <a16:creationId xmlns:a16="http://schemas.microsoft.com/office/drawing/2014/main" id="{DB2810E9-7013-6490-FCC2-9FF85FFD54A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81883459"/>
              </p:ext>
            </p:extLst>
          </p:nvPr>
        </p:nvGraphicFramePr>
        <p:xfrm>
          <a:off x="643467" y="1831548"/>
          <a:ext cx="10905069" cy="4081558"/>
        </p:xfrm>
        <a:graphic>
          <a:graphicData uri="http://schemas.openxmlformats.org/drawingml/2006/table">
            <a:tbl>
              <a:tblPr firstRow="1" bandRow="1">
                <a:solidFill>
                  <a:srgbClr val="F7F7F7"/>
                </a:solidFill>
                <a:tableStyleId>{5C22544A-7EE6-4342-B048-85BDC9FD1C3A}</a:tableStyleId>
              </a:tblPr>
              <a:tblGrid>
                <a:gridCol w="1463235">
                  <a:extLst>
                    <a:ext uri="{9D8B030D-6E8A-4147-A177-3AD203B41FA5}">
                      <a16:colId xmlns:a16="http://schemas.microsoft.com/office/drawing/2014/main" val="1974782200"/>
                    </a:ext>
                  </a:extLst>
                </a:gridCol>
                <a:gridCol w="2636314">
                  <a:extLst>
                    <a:ext uri="{9D8B030D-6E8A-4147-A177-3AD203B41FA5}">
                      <a16:colId xmlns:a16="http://schemas.microsoft.com/office/drawing/2014/main" val="3778881331"/>
                    </a:ext>
                  </a:extLst>
                </a:gridCol>
                <a:gridCol w="2611404">
                  <a:extLst>
                    <a:ext uri="{9D8B030D-6E8A-4147-A177-3AD203B41FA5}">
                      <a16:colId xmlns:a16="http://schemas.microsoft.com/office/drawing/2014/main" val="3755025789"/>
                    </a:ext>
                  </a:extLst>
                </a:gridCol>
                <a:gridCol w="2170404">
                  <a:extLst>
                    <a:ext uri="{9D8B030D-6E8A-4147-A177-3AD203B41FA5}">
                      <a16:colId xmlns:a16="http://schemas.microsoft.com/office/drawing/2014/main" val="2349735556"/>
                    </a:ext>
                  </a:extLst>
                </a:gridCol>
                <a:gridCol w="2023712">
                  <a:extLst>
                    <a:ext uri="{9D8B030D-6E8A-4147-A177-3AD203B41FA5}">
                      <a16:colId xmlns:a16="http://schemas.microsoft.com/office/drawing/2014/main" val="127092521"/>
                    </a:ext>
                  </a:extLst>
                </a:gridCol>
              </a:tblGrid>
              <a:tr h="983117">
                <a:tc>
                  <a:txBody>
                    <a:bodyPr/>
                    <a:lstStyle/>
                    <a:p>
                      <a:r>
                        <a:rPr lang="da-DK" sz="1700" b="1" cap="all" spc="60">
                          <a:solidFill>
                            <a:schemeClr val="tx1"/>
                          </a:solidFill>
                        </a:rPr>
                        <a:t>Navn</a:t>
                      </a:r>
                    </a:p>
                  </a:txBody>
                  <a:tcPr marL="199280" marR="199280" marT="199280" marB="1992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a-DK" sz="1700" b="1" cap="all" spc="60">
                          <a:solidFill>
                            <a:schemeClr val="tx1"/>
                          </a:solidFill>
                        </a:rPr>
                        <a:t>Lektie læsning (i timer)</a:t>
                      </a:r>
                    </a:p>
                  </a:txBody>
                  <a:tcPr marL="199280" marR="199280" marT="199280" marB="1992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a-DK" sz="1700" b="1" cap="all" spc="60">
                          <a:solidFill>
                            <a:schemeClr val="tx1"/>
                          </a:solidFill>
                        </a:rPr>
                        <a:t>Sko størrelse</a:t>
                      </a:r>
                    </a:p>
                  </a:txBody>
                  <a:tcPr marL="199280" marR="199280" marT="199280" marB="1992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a-DK" sz="1700" b="1" cap="all" spc="60">
                          <a:solidFill>
                            <a:schemeClr val="tx1"/>
                          </a:solidFill>
                        </a:rPr>
                        <a:t>Spist morgenmad</a:t>
                      </a:r>
                    </a:p>
                  </a:txBody>
                  <a:tcPr marL="199280" marR="199280" marT="199280" marB="1992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a-DK" sz="1700" b="1" cap="all" spc="60">
                          <a:solidFill>
                            <a:schemeClr val="tx1"/>
                          </a:solidFill>
                        </a:rPr>
                        <a:t>Hårfarve</a:t>
                      </a:r>
                    </a:p>
                  </a:txBody>
                  <a:tcPr marL="199280" marR="199280" marT="199280" marB="1992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1914185"/>
                  </a:ext>
                </a:extLst>
              </a:tr>
              <a:tr h="606698">
                <a:tc>
                  <a:txBody>
                    <a:bodyPr/>
                    <a:lstStyle/>
                    <a:p>
                      <a:r>
                        <a:rPr lang="da-DK" sz="2300" cap="none" spc="0">
                          <a:solidFill>
                            <a:schemeClr val="tx1"/>
                          </a:solidFill>
                        </a:rPr>
                        <a:t>Micheal</a:t>
                      </a:r>
                    </a:p>
                  </a:txBody>
                  <a:tcPr marL="132854" marR="132854" marT="66427" marB="13285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a-DK" sz="2300" cap="none" spc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132854" marR="132854" marT="66427" marB="13285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a-DK" sz="2300" cap="none" spc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 marL="132854" marR="132854" marT="66427" marB="13285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a-DK" sz="2300" cap="none" spc="0">
                          <a:solidFill>
                            <a:schemeClr val="tx1"/>
                          </a:solidFill>
                        </a:rPr>
                        <a:t>Nej</a:t>
                      </a:r>
                    </a:p>
                  </a:txBody>
                  <a:tcPr marL="132854" marR="132854" marT="66427" marB="13285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a-DK" sz="2300" cap="none" spc="0">
                          <a:solidFill>
                            <a:schemeClr val="tx1"/>
                          </a:solidFill>
                        </a:rPr>
                        <a:t>Lys</a:t>
                      </a:r>
                    </a:p>
                  </a:txBody>
                  <a:tcPr marL="132854" marR="132854" marT="66427" marB="13285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3373462"/>
                  </a:ext>
                </a:extLst>
              </a:tr>
              <a:tr h="606698">
                <a:tc>
                  <a:txBody>
                    <a:bodyPr/>
                    <a:lstStyle/>
                    <a:p>
                      <a:r>
                        <a:rPr lang="da-DK" sz="2300" cap="none" spc="0">
                          <a:solidFill>
                            <a:schemeClr val="tx1"/>
                          </a:solidFill>
                        </a:rPr>
                        <a:t>David</a:t>
                      </a:r>
                    </a:p>
                  </a:txBody>
                  <a:tcPr marL="132854" marR="132854" marT="66427" marB="13285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a-DK" sz="2300" cap="none" spc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132854" marR="132854" marT="66427" marB="13285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a-DK" sz="2300" cap="none" spc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 marL="132854" marR="132854" marT="66427" marB="13285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a-DK" sz="2300" cap="none" spc="0">
                          <a:solidFill>
                            <a:schemeClr val="tx1"/>
                          </a:solidFill>
                        </a:rPr>
                        <a:t>Ja</a:t>
                      </a:r>
                    </a:p>
                  </a:txBody>
                  <a:tcPr marL="132854" marR="132854" marT="66427" marB="13285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a-DK" sz="2300" cap="none" spc="0">
                          <a:solidFill>
                            <a:schemeClr val="tx1"/>
                          </a:solidFill>
                        </a:rPr>
                        <a:t>Grå</a:t>
                      </a:r>
                    </a:p>
                  </a:txBody>
                  <a:tcPr marL="132854" marR="132854" marT="66427" marB="13285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4645581"/>
                  </a:ext>
                </a:extLst>
              </a:tr>
              <a:tr h="606698">
                <a:tc>
                  <a:txBody>
                    <a:bodyPr/>
                    <a:lstStyle/>
                    <a:p>
                      <a:r>
                        <a:rPr lang="da-DK" sz="2300" cap="none" spc="0">
                          <a:solidFill>
                            <a:schemeClr val="tx1"/>
                          </a:solidFill>
                        </a:rPr>
                        <a:t>Jakob</a:t>
                      </a:r>
                    </a:p>
                  </a:txBody>
                  <a:tcPr marL="132854" marR="132854" marT="66427" marB="13285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a-DK" sz="2300" cap="none" spc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 marL="132854" marR="132854" marT="66427" marB="13285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a-DK" sz="2300" cap="none" spc="0">
                          <a:solidFill>
                            <a:schemeClr val="tx1"/>
                          </a:solidFill>
                        </a:rPr>
                        <a:t>46</a:t>
                      </a:r>
                    </a:p>
                  </a:txBody>
                  <a:tcPr marL="132854" marR="132854" marT="66427" marB="13285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a-DK" sz="2300" cap="none" spc="0">
                          <a:solidFill>
                            <a:schemeClr val="tx1"/>
                          </a:solidFill>
                        </a:rPr>
                        <a:t>Ja</a:t>
                      </a:r>
                    </a:p>
                  </a:txBody>
                  <a:tcPr marL="132854" marR="132854" marT="66427" marB="13285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a-DK" sz="2300" cap="none" spc="0">
                          <a:solidFill>
                            <a:schemeClr val="tx1"/>
                          </a:solidFill>
                        </a:rPr>
                        <a:t>Brun(I </a:t>
                      </a:r>
                      <a:r>
                        <a:rPr lang="da-DK" sz="2300" cap="none" spc="0" err="1">
                          <a:solidFill>
                            <a:schemeClr val="tx1"/>
                          </a:solidFill>
                        </a:rPr>
                        <a:t>wish</a:t>
                      </a:r>
                      <a:r>
                        <a:rPr lang="da-DK" sz="2300" cap="none" spc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marL="132854" marR="132854" marT="66427" marB="13285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078421"/>
                  </a:ext>
                </a:extLst>
              </a:tr>
              <a:tr h="606698">
                <a:tc>
                  <a:txBody>
                    <a:bodyPr/>
                    <a:lstStyle/>
                    <a:p>
                      <a:r>
                        <a:rPr lang="da-DK" sz="2300" cap="none" spc="0">
                          <a:solidFill>
                            <a:schemeClr val="tx1"/>
                          </a:solidFill>
                        </a:rPr>
                        <a:t>Bjarne</a:t>
                      </a:r>
                    </a:p>
                  </a:txBody>
                  <a:tcPr marL="132854" marR="132854" marT="66427" marB="13285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a-DK" sz="2300" cap="none" spc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132854" marR="132854" marT="66427" marB="13285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a-DK" sz="2300" cap="none" spc="0">
                          <a:solidFill>
                            <a:schemeClr val="tx1"/>
                          </a:solidFill>
                        </a:rPr>
                        <a:t>39</a:t>
                      </a:r>
                    </a:p>
                  </a:txBody>
                  <a:tcPr marL="132854" marR="132854" marT="66427" marB="13285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a-DK" sz="2300" cap="none" spc="0">
                          <a:solidFill>
                            <a:schemeClr val="tx1"/>
                          </a:solidFill>
                        </a:rPr>
                        <a:t>Nej</a:t>
                      </a:r>
                    </a:p>
                  </a:txBody>
                  <a:tcPr marL="132854" marR="132854" marT="66427" marB="13285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a-DK" sz="2300" cap="none" spc="0">
                          <a:solidFill>
                            <a:schemeClr val="tx1"/>
                          </a:solidFill>
                        </a:rPr>
                        <a:t>Grå</a:t>
                      </a:r>
                    </a:p>
                  </a:txBody>
                  <a:tcPr marL="132854" marR="132854" marT="66427" marB="13285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5727982"/>
                  </a:ext>
                </a:extLst>
              </a:tr>
              <a:tr h="671649">
                <a:tc>
                  <a:txBody>
                    <a:bodyPr/>
                    <a:lstStyle/>
                    <a:p>
                      <a:endParaRPr lang="da-DK" sz="23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32854" marR="132854" marT="66427" marB="13285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endParaRPr lang="da-DK" sz="23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32854" marR="132854" marT="66427" marB="13285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endParaRPr lang="da-DK" sz="23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32854" marR="132854" marT="66427" marB="13285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endParaRPr lang="da-DK" sz="23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32854" marR="132854" marT="66427" marB="13285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endParaRPr lang="da-DK" sz="23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32854" marR="132854" marT="66427" marB="13285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90179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73286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14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12F5572-AAA7-0BB7-C526-5BC0A0F4F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da-DK" sz="5400" b="1"/>
              <a:t>Regression</a:t>
            </a:r>
            <a:r>
              <a:rPr lang="da-DK" sz="5400"/>
              <a:t> </a:t>
            </a:r>
          </a:p>
        </p:txBody>
      </p:sp>
      <p:sp>
        <p:nvSpPr>
          <p:cNvPr id="29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6BE0BA7D-79E1-F9AB-494B-7B5587BEA0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pPr lvl="0"/>
            <a:r>
              <a:rPr lang="da-DK" sz="2200"/>
              <a:t>Forudsige huspriser ud fra størrelse, beliggenhed og stand.</a:t>
            </a:r>
          </a:p>
          <a:p>
            <a:pPr lvl="0"/>
            <a:r>
              <a:rPr lang="da-DK" sz="2200"/>
              <a:t>Forudsige temperaturen i morgen.</a:t>
            </a:r>
          </a:p>
          <a:p>
            <a:pPr lvl="0"/>
            <a:r>
              <a:rPr lang="da-DK" sz="2200"/>
              <a:t>Forudsige en aktiekurs.</a:t>
            </a:r>
          </a:p>
          <a:p>
            <a:endParaRPr lang="da-DK" sz="2200"/>
          </a:p>
        </p:txBody>
      </p:sp>
      <p:pic>
        <p:nvPicPr>
          <p:cNvPr id="10" name="Billede 9">
            <a:extLst>
              <a:ext uri="{FF2B5EF4-FFF2-40B4-BE49-F238E27FC236}">
                <a16:creationId xmlns:a16="http://schemas.microsoft.com/office/drawing/2014/main" id="{7E816458-78CB-8E33-A70F-06760F41AE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4296" y="840105"/>
            <a:ext cx="6903720" cy="5177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6986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E182071-F6AF-CBFD-B9F3-46FF4893D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Gennemgang af Student Score koden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25B789EA-6508-C8CA-23D9-F68BA0B170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2693699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0FD55F-E42C-F9A3-C9B2-80D1078CA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Opgavetid!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0C9C83B3-3081-740F-CF56-BCE0C21B63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Brug </a:t>
            </a:r>
            <a:r>
              <a:rPr lang="da-DK" dirty="0" err="1"/>
              <a:t>Salary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470155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9EF30C2-29AC-4A0D-BC0A-A679CF113E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00500" y="1087403"/>
            <a:ext cx="8191500" cy="5770597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F3064D2-4DD2-F213-6FC9-558D265F05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93520" y="2744662"/>
            <a:ext cx="6589707" cy="2387600"/>
          </a:xfrm>
        </p:spPr>
        <p:txBody>
          <a:bodyPr>
            <a:normAutofit/>
          </a:bodyPr>
          <a:lstStyle/>
          <a:p>
            <a:pPr algn="r"/>
            <a:r>
              <a:rPr lang="da-DK" sz="5100" dirty="0">
                <a:solidFill>
                  <a:srgbClr val="FFFFFF"/>
                </a:solidFill>
              </a:rPr>
              <a:t>Train/Test Split, Model-evaluering og </a:t>
            </a:r>
            <a:r>
              <a:rPr lang="da-DK" sz="5100" dirty="0" err="1">
                <a:solidFill>
                  <a:srgbClr val="FFFFFF"/>
                </a:solidFill>
              </a:rPr>
              <a:t>fitting</a:t>
            </a:r>
            <a:endParaRPr lang="da-DK" sz="5100" dirty="0">
              <a:solidFill>
                <a:srgbClr val="FFFFFF"/>
              </a:solidFill>
            </a:endParaRP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6BC4BBE0-B4F7-BE2F-E489-F62D561D77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93520" y="5224337"/>
            <a:ext cx="6589707" cy="1329443"/>
          </a:xfrm>
        </p:spPr>
        <p:txBody>
          <a:bodyPr>
            <a:normAutofit/>
          </a:bodyPr>
          <a:lstStyle/>
          <a:p>
            <a:pPr algn="r"/>
            <a:endParaRPr lang="da-DK" dirty="0">
              <a:solidFill>
                <a:srgbClr val="FFFFFF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66A0658-1CC4-4B0D-AAB7-A702286AFB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6241" y="183933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A04F1504-431A-4D86-9091-AE7E4B3337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2348" y="1"/>
            <a:ext cx="2279742" cy="1267785"/>
          </a:xfrm>
          <a:custGeom>
            <a:avLst/>
            <a:gdLst>
              <a:gd name="connsiteX0" fmla="*/ 0 w 2279742"/>
              <a:gd name="connsiteY0" fmla="*/ 0 h 1267785"/>
              <a:gd name="connsiteX1" fmla="*/ 138700 w 2279742"/>
              <a:gd name="connsiteY1" fmla="*/ 0 h 1267785"/>
              <a:gd name="connsiteX2" fmla="*/ 138700 w 2279742"/>
              <a:gd name="connsiteY2" fmla="*/ 1078193 h 1267785"/>
              <a:gd name="connsiteX3" fmla="*/ 2002733 w 2279742"/>
              <a:gd name="connsiteY3" fmla="*/ 0 h 1267785"/>
              <a:gd name="connsiteX4" fmla="*/ 2279742 w 2279742"/>
              <a:gd name="connsiteY4" fmla="*/ 0 h 1267785"/>
              <a:gd name="connsiteX5" fmla="*/ 104026 w 2279742"/>
              <a:gd name="connsiteY5" fmla="*/ 1258503 h 1267785"/>
              <a:gd name="connsiteX6" fmla="*/ 69351 w 2279742"/>
              <a:gd name="connsiteY6" fmla="*/ 1267785 h 1267785"/>
              <a:gd name="connsiteX7" fmla="*/ 0 w 2279742"/>
              <a:gd name="connsiteY7" fmla="*/ 1198436 h 1267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79742" h="1267785">
                <a:moveTo>
                  <a:pt x="0" y="0"/>
                </a:moveTo>
                <a:lnTo>
                  <a:pt x="138700" y="0"/>
                </a:lnTo>
                <a:lnTo>
                  <a:pt x="138700" y="1078193"/>
                </a:lnTo>
                <a:lnTo>
                  <a:pt x="2002733" y="0"/>
                </a:lnTo>
                <a:lnTo>
                  <a:pt x="2279742" y="0"/>
                </a:lnTo>
                <a:lnTo>
                  <a:pt x="104026" y="1258503"/>
                </a:lnTo>
                <a:cubicBezTo>
                  <a:pt x="93484" y="1264595"/>
                  <a:pt x="81523" y="1267796"/>
                  <a:pt x="69351" y="1267785"/>
                </a:cubicBezTo>
                <a:cubicBezTo>
                  <a:pt x="31049" y="1267785"/>
                  <a:pt x="0" y="1236737"/>
                  <a:pt x="0" y="1198436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EA804283-B929-4503-802F-4585376E2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D3811F5-514E-49A4-B382-673ED228A4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69044" y="514898"/>
            <a:ext cx="2393351" cy="232842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67AD921-1CEE-4C1B-9AA3-C66D908DD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49740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C36A08F5-3B56-47C5-A371-9187BE56E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539683" y="4203427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12145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4C6533C-CCEE-CF62-7FB5-D86E8D4DC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da-DK" sz="4000">
                <a:solidFill>
                  <a:srgbClr val="FFFFFF"/>
                </a:solidFill>
              </a:rPr>
              <a:t>Hvorfor dele datasættet op?</a:t>
            </a:r>
            <a:br>
              <a:rPr lang="da-DK" sz="4000">
                <a:solidFill>
                  <a:srgbClr val="FFFFFF"/>
                </a:solidFill>
              </a:rPr>
            </a:br>
            <a:r>
              <a:rPr lang="da-DK" sz="4000">
                <a:solidFill>
                  <a:srgbClr val="FFFFFF"/>
                </a:solidFill>
              </a:rPr>
              <a:t>Train/Test split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9B7B9554-78B1-7D9F-23E1-C84CD34ED8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da-DK" sz="2000" dirty="0"/>
              <a:t>Vi deler datasætte op i to dele:</a:t>
            </a:r>
          </a:p>
          <a:p>
            <a:pPr lvl="1"/>
            <a:r>
              <a:rPr lang="da-DK" sz="2000" dirty="0"/>
              <a:t>Train (Træning), bruges til at lærer modellen at genkende mønstre i </a:t>
            </a:r>
            <a:r>
              <a:rPr lang="da-DK" sz="2000" dirty="0" err="1"/>
              <a:t>dataen</a:t>
            </a:r>
            <a:r>
              <a:rPr lang="da-DK" sz="2000" dirty="0"/>
              <a:t>.</a:t>
            </a:r>
          </a:p>
          <a:p>
            <a:pPr lvl="1"/>
            <a:r>
              <a:rPr lang="da-DK" sz="2000" dirty="0"/>
              <a:t>Test, bruges vurderer modellen.</a:t>
            </a:r>
          </a:p>
          <a:p>
            <a:pPr marL="0" indent="0">
              <a:buNone/>
            </a:pPr>
            <a:endParaRPr lang="da-DK" sz="2000" dirty="0"/>
          </a:p>
          <a:p>
            <a:pPr marL="0" indent="0">
              <a:buNone/>
            </a:pPr>
            <a:r>
              <a:rPr lang="da-DK" sz="2000" dirty="0"/>
              <a:t>Formålet med dette er at tjekke om modellen kan generalisere og ikke over- eller </a:t>
            </a:r>
            <a:r>
              <a:rPr lang="da-DK" sz="2000" dirty="0" err="1"/>
              <a:t>underfitter</a:t>
            </a:r>
            <a:r>
              <a:rPr lang="da-DK" sz="20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6418801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D7F2AB8-7E5F-E2A2-4A61-99794898F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da-DK" sz="4000">
                <a:solidFill>
                  <a:srgbClr val="FFFFFF"/>
                </a:solidFill>
              </a:rPr>
              <a:t>Overfitting og Underfitting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6B5C9DBA-C682-F3C3-2470-AAC7FF4A10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da-DK" sz="2000" u="sng"/>
              <a:t>Overfitting:</a:t>
            </a:r>
            <a:r>
              <a:rPr lang="da-DK" sz="2000"/>
              <a:t> Modellen lærer for meget fra dataen. Så modellen bliver påvirket af støj og outliners. Så finder modellen ikke et mønster.</a:t>
            </a:r>
          </a:p>
          <a:p>
            <a:pPr lvl="1"/>
            <a:r>
              <a:rPr lang="da-DK" sz="2000"/>
              <a:t>Eksempel: En elev lærer 2+2 er 4, 5 + 5 er 10 og 3 + 3 er 6. Men eleven kan ikke regne ud hvad 2+3 er, fordi eleven ikke har lært konceptet ved at regne med plus stykker.</a:t>
            </a:r>
          </a:p>
          <a:p>
            <a:endParaRPr lang="da-DK" sz="2000"/>
          </a:p>
          <a:p>
            <a:r>
              <a:rPr lang="da-DK" sz="2000" u="sng"/>
              <a:t>Underfitting: </a:t>
            </a:r>
            <a:r>
              <a:rPr lang="da-DK" sz="2000"/>
              <a:t>Modellen lærer ikke noget af dataen. Den kan ikke finde noget mønster i dataen.</a:t>
            </a:r>
            <a:endParaRPr lang="da-DK" sz="2000" u="sng"/>
          </a:p>
          <a:p>
            <a:pPr marL="0" indent="0">
              <a:buNone/>
            </a:pPr>
            <a:endParaRPr lang="da-DK" sz="2000"/>
          </a:p>
        </p:txBody>
      </p:sp>
    </p:spTree>
    <p:extLst>
      <p:ext uri="{BB962C8B-B14F-4D97-AF65-F5344CB8AC3E}">
        <p14:creationId xmlns:p14="http://schemas.microsoft.com/office/powerpoint/2010/main" val="989300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7C98A213-5994-475E-B327-DC6EC27FBA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F54EB4D-BA96-F75F-0CF3-31932353E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670218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100"/>
              <a:t>Generaliseret, Overfitted, Underfitted.</a:t>
            </a:r>
          </a:p>
        </p:txBody>
      </p:sp>
      <p:sp>
        <p:nvSpPr>
          <p:cNvPr id="24" name="sketch line">
            <a:extLst>
              <a:ext uri="{FF2B5EF4-FFF2-40B4-BE49-F238E27FC236}">
                <a16:creationId xmlns:a16="http://schemas.microsoft.com/office/drawing/2014/main" id="{4B030A0D-0DAD-4A99-89BB-419527D6A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89376" y="1800088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ladsholder til indhold 7">
            <a:extLst>
              <a:ext uri="{FF2B5EF4-FFF2-40B4-BE49-F238E27FC236}">
                <a16:creationId xmlns:a16="http://schemas.microsoft.com/office/drawing/2014/main" id="{C9537742-AC30-27E2-7A13-E7A587D3360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292608" y="3010485"/>
            <a:ext cx="3758184" cy="2818638"/>
          </a:xfrm>
          <a:prstGeom prst="rect">
            <a:avLst/>
          </a:prstGeom>
        </p:spPr>
      </p:pic>
      <p:pic>
        <p:nvPicPr>
          <p:cNvPr id="6" name="Pladsholder til indhold 5">
            <a:extLst>
              <a:ext uri="{FF2B5EF4-FFF2-40B4-BE49-F238E27FC236}">
                <a16:creationId xmlns:a16="http://schemas.microsoft.com/office/drawing/2014/main" id="{B15FD560-2476-2A04-E6D2-7773D58F78B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4216908" y="3010485"/>
            <a:ext cx="3758184" cy="2818638"/>
          </a:xfrm>
          <a:prstGeom prst="rect">
            <a:avLst/>
          </a:prstGeom>
        </p:spPr>
      </p:pic>
      <p:pic>
        <p:nvPicPr>
          <p:cNvPr id="10" name="Billede 9">
            <a:extLst>
              <a:ext uri="{FF2B5EF4-FFF2-40B4-BE49-F238E27FC236}">
                <a16:creationId xmlns:a16="http://schemas.microsoft.com/office/drawing/2014/main" id="{629A25C3-8DF8-B531-40B2-58555E6AB5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1208" y="3010485"/>
            <a:ext cx="3758184" cy="2818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3044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635AEC4-6522-D91A-C3F7-0AB980C41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da-DK" sz="4000">
                <a:solidFill>
                  <a:srgbClr val="FFFFFF"/>
                </a:solidFill>
              </a:rPr>
              <a:t>Støj og Outliner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D0F5C8CE-6C38-9ED3-404B-C0874A2F7E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da-DK" sz="2000" dirty="0"/>
              <a:t>Støj: Forstås som data der afviger sig fra mønsteret, med små tilfældige variationer. </a:t>
            </a:r>
          </a:p>
          <a:p>
            <a:pPr marL="0" indent="0">
              <a:buNone/>
            </a:pPr>
            <a:r>
              <a:rPr lang="da-DK" sz="2000" dirty="0"/>
              <a:t>Eksempel: En elev har læst 5 timer og får 48 point i testen, mens en anden får 52.</a:t>
            </a:r>
          </a:p>
          <a:p>
            <a:pPr marL="0" indent="0">
              <a:buNone/>
            </a:pPr>
            <a:endParaRPr lang="da-DK" sz="2000" dirty="0"/>
          </a:p>
          <a:p>
            <a:pPr marL="0" indent="0">
              <a:buNone/>
            </a:pPr>
            <a:r>
              <a:rPr lang="da-DK" sz="2000" dirty="0" err="1"/>
              <a:t>Outliner</a:t>
            </a:r>
            <a:r>
              <a:rPr lang="da-DK" sz="2000" dirty="0"/>
              <a:t>: Er data som ligger helt uden for mønstret.</a:t>
            </a:r>
          </a:p>
          <a:p>
            <a:pPr marL="0" indent="0">
              <a:buNone/>
            </a:pPr>
            <a:r>
              <a:rPr lang="da-DK" sz="2000" dirty="0"/>
              <a:t>Eksempel: En elev har læst 5 timer og får 95 point i testen, men andre kun får 60-70 point.</a:t>
            </a:r>
          </a:p>
          <a:p>
            <a:endParaRPr lang="da-DK" sz="2000" dirty="0"/>
          </a:p>
        </p:txBody>
      </p:sp>
    </p:spTree>
    <p:extLst>
      <p:ext uri="{BB962C8B-B14F-4D97-AF65-F5344CB8AC3E}">
        <p14:creationId xmlns:p14="http://schemas.microsoft.com/office/powerpoint/2010/main" val="31630147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3D09407-53BC-485E-B4CE-BC5E4FC4B2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21DB988-49FC-4608-B0A2-E2F3A4019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7F2FE14-87F7-D66B-0246-9E6AAC642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903" y="3399769"/>
            <a:ext cx="10640754" cy="77584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0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Python eksempel på Train/Test split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9B930FD-8671-4C4C-ADCF-73AC1D0CD4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676747" y="0"/>
            <a:ext cx="2514948" cy="2174333"/>
            <a:chOff x="-305" y="-4155"/>
            <a:chExt cx="2514948" cy="2174333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35B12C1-569C-4E37-AA33-7EF215F201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23E2660-7810-46F6-8752-187127C830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991DC45-0378-45B3-B325-FB8F98545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228F5BA-5150-4554-B7EA-93F371F3B1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5" name="Pladsholder til indhold 4">
            <a:extLst>
              <a:ext uri="{FF2B5EF4-FFF2-40B4-BE49-F238E27FC236}">
                <a16:creationId xmlns:a16="http://schemas.microsoft.com/office/drawing/2014/main" id="{ED8DAE4E-1F33-59D2-143C-59363BA114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02342" y="513891"/>
            <a:ext cx="11525864" cy="2449246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383C2651-AE0C-4AE4-8725-E2F9414FE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-305" y="4322879"/>
            <a:ext cx="3378428" cy="2535121"/>
            <a:chOff x="-305" y="-1"/>
            <a:chExt cx="3832880" cy="2876136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CCE13265-B5D2-47B4-A199-E05F390D5B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93EBD03-D832-462C-9304-7273698ED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D53D3E2-805E-40D2-964F-352BF6D476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7A9A916-A926-43E6-800F-432ABC3F24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574488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1899855-932C-1780-1492-4318259C5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da-DK" sz="4000">
                <a:solidFill>
                  <a:srgbClr val="FFFFFF"/>
                </a:solidFill>
              </a:rPr>
              <a:t>Evaluering af modellen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0004619C-7533-CD5B-735D-07A4959C06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da-DK" sz="2000"/>
              <a:t>Formålet er at vurderer hvor godt modellen har lært mønsterne i dataen og om den kan bruge den viden på ny data.</a:t>
            </a:r>
          </a:p>
          <a:p>
            <a:pPr marL="0" indent="0">
              <a:buNone/>
            </a:pPr>
            <a:endParaRPr lang="da-DK" sz="2000"/>
          </a:p>
          <a:p>
            <a:r>
              <a:rPr lang="da-DK" sz="2000"/>
              <a:t>MSE(Mean Squared Error): Viser hvor tæt modellens predictions er på de faktiske værdier.</a:t>
            </a:r>
          </a:p>
          <a:p>
            <a:pPr lvl="1"/>
            <a:r>
              <a:rPr lang="da-DK" sz="2000"/>
              <a:t>Lav MSE betyder små fejl, hvilket betyder bedre model.</a:t>
            </a:r>
          </a:p>
          <a:p>
            <a:r>
              <a:rPr lang="da-DK" sz="2000"/>
              <a:t>R</a:t>
            </a:r>
            <a:r>
              <a:rPr lang="da-DK" sz="2000" baseline="30000"/>
              <a:t>2 </a:t>
            </a:r>
            <a:r>
              <a:rPr lang="da-DK" sz="2000"/>
              <a:t>(Forklaringsgrad): Måler hvor godt modellen passer til dataen.</a:t>
            </a:r>
          </a:p>
          <a:p>
            <a:pPr lvl="1"/>
            <a:r>
              <a:rPr lang="da-DK" sz="2000" baseline="30000"/>
              <a:t>Jo tættere R² er på 1, jo bedre kan modellen forklarer variationen.</a:t>
            </a:r>
          </a:p>
        </p:txBody>
      </p:sp>
    </p:spTree>
    <p:extLst>
      <p:ext uri="{BB962C8B-B14F-4D97-AF65-F5344CB8AC3E}">
        <p14:creationId xmlns:p14="http://schemas.microsoft.com/office/powerpoint/2010/main" val="35785175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E20792-F28B-BBCC-3271-EA476C3A3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Test modellen</a:t>
            </a:r>
          </a:p>
        </p:txBody>
      </p:sp>
      <p:graphicFrame>
        <p:nvGraphicFramePr>
          <p:cNvPr id="4" name="Pladsholder til indhold 3">
            <a:extLst>
              <a:ext uri="{FF2B5EF4-FFF2-40B4-BE49-F238E27FC236}">
                <a16:creationId xmlns:a16="http://schemas.microsoft.com/office/drawing/2014/main" id="{8755F765-0314-808C-E898-A2FE07C58E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28947824"/>
              </p:ext>
            </p:extLst>
          </p:nvPr>
        </p:nvGraphicFramePr>
        <p:xfrm>
          <a:off x="838200" y="1825625"/>
          <a:ext cx="105156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45147224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80138661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85069945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33241230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2806913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a-DK" dirty="0" err="1"/>
                        <a:t>Random_state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 err="1"/>
                        <a:t>MSE_train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R²_train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 err="1"/>
                        <a:t>MSE_test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R²_test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19960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29.45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0.953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27.24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0.890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59822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31.45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0.949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18.94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0.968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9031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31.02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0.952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20.64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0.905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50904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55311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1EC377-C075-7751-75BA-32F890922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Opgave tid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7DAFA4A6-F59D-AB5D-C1F3-8971D1441F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Brug </a:t>
            </a:r>
            <a:r>
              <a:rPr lang="da-DK" dirty="0" err="1"/>
              <a:t>Salary</a:t>
            </a:r>
            <a:endParaRPr lang="da-DK" dirty="0"/>
          </a:p>
          <a:p>
            <a:pPr marL="0" indent="0">
              <a:buNone/>
            </a:pP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7168592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FEC4DE5-9E58-118A-1625-41DEDB953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Classification</a:t>
            </a:r>
          </a:p>
        </p:txBody>
      </p:sp>
      <p:pic>
        <p:nvPicPr>
          <p:cNvPr id="5" name="Onlinemedier 4" title="Dog...? Pig...? ( From &quot;The Mitchells vs The Machines&quot; Movie )">
            <a:hlinkClick r:id="" action="ppaction://media"/>
            <a:extLst>
              <a:ext uri="{FF2B5EF4-FFF2-40B4-BE49-F238E27FC236}">
                <a16:creationId xmlns:a16="http://schemas.microsoft.com/office/drawing/2014/main" id="{63BD7FF7-05B0-BF9E-F01A-2E33C6EAE5F9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2207328" y="1675227"/>
            <a:ext cx="7777343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306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C608BEB-860E-4094-8511-78603564A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050" cy="68580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F1F321A-1678-8AD6-5F06-066701A63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2488"/>
            <a:ext cx="2899189" cy="4363844"/>
          </a:xfrm>
        </p:spPr>
        <p:txBody>
          <a:bodyPr anchor="t">
            <a:normAutofit/>
          </a:bodyPr>
          <a:lstStyle/>
          <a:p>
            <a:r>
              <a:rPr lang="da-DK" sz="3700" dirty="0" err="1">
                <a:solidFill>
                  <a:srgbClr val="FFFFFF"/>
                </a:solidFill>
              </a:rPr>
              <a:t>Classification</a:t>
            </a:r>
            <a:endParaRPr lang="da-DK" sz="3700" dirty="0">
              <a:solidFill>
                <a:srgbClr val="FFFFFF"/>
              </a:solidFill>
            </a:endParaRP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123BC4BF-B958-48C2-D5F5-076516743B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80855" y="1412489"/>
            <a:ext cx="3427283" cy="43638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a-DK" sz="2000" b="1" dirty="0"/>
              <a:t>Multiclass </a:t>
            </a:r>
            <a:r>
              <a:rPr lang="da-DK" sz="2000" b="1" dirty="0" err="1"/>
              <a:t>Classification</a:t>
            </a:r>
            <a:endParaRPr lang="da-DK" sz="2000" b="1" dirty="0"/>
          </a:p>
          <a:p>
            <a:endParaRPr lang="da-DK" sz="2000" b="1" dirty="0"/>
          </a:p>
          <a:p>
            <a:pPr lvl="1"/>
            <a:r>
              <a:rPr lang="da-DK" sz="2000" dirty="0"/>
              <a:t>Hotdog / Pizza / Is</a:t>
            </a:r>
          </a:p>
          <a:p>
            <a:pPr lvl="1"/>
            <a:r>
              <a:rPr lang="da-DK" sz="2000" dirty="0"/>
              <a:t>Kat / Hund / Firben / Hval</a:t>
            </a:r>
          </a:p>
          <a:p>
            <a:pPr lvl="1"/>
            <a:r>
              <a:rPr lang="da-DK" sz="2000" dirty="0"/>
              <a:t>Appelsin / Æble / Kiwi / Vindrue</a:t>
            </a:r>
          </a:p>
          <a:p>
            <a:pPr lvl="1"/>
            <a:r>
              <a:rPr lang="da-DK" sz="2000" dirty="0"/>
              <a:t>Plantearter</a:t>
            </a:r>
          </a:p>
          <a:p>
            <a:pPr lvl="1"/>
            <a:endParaRPr lang="da-DK" sz="2000" dirty="0"/>
          </a:p>
          <a:p>
            <a:pPr lvl="1"/>
            <a:r>
              <a:rPr lang="da-DK" sz="2000" dirty="0"/>
              <a:t>Hund/Gris/Brød?!</a:t>
            </a:r>
          </a:p>
          <a:p>
            <a:endParaRPr lang="da-DK" sz="200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F16A8D4-FE87-4604-88B2-394B5D1EB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29871" y="1412488"/>
            <a:ext cx="0" cy="36576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CC14E5AA-9315-8030-D225-8DDA4C1EC4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51604" y="1412489"/>
            <a:ext cx="3197701" cy="43638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a-DK" sz="2000" b="1"/>
              <a:t>Binary</a:t>
            </a:r>
            <a:r>
              <a:rPr lang="da-DK" sz="2000" b="1" dirty="0"/>
              <a:t> </a:t>
            </a:r>
            <a:r>
              <a:rPr lang="da-DK" sz="2000" b="1"/>
              <a:t>Classification</a:t>
            </a:r>
            <a:endParaRPr lang="da-DK" sz="2000" b="1" dirty="0"/>
          </a:p>
          <a:p>
            <a:pPr marL="0" indent="0">
              <a:buNone/>
            </a:pPr>
            <a:endParaRPr lang="da-DK" sz="2000" dirty="0"/>
          </a:p>
          <a:p>
            <a:pPr lvl="1"/>
            <a:r>
              <a:rPr lang="da-DK" sz="2000" dirty="0"/>
              <a:t>Hotdog / Ikke-hotdog</a:t>
            </a:r>
          </a:p>
          <a:p>
            <a:pPr lvl="1"/>
            <a:r>
              <a:rPr lang="da-DK" sz="2000" dirty="0"/>
              <a:t>Positiv / Negativ (fx </a:t>
            </a:r>
            <a:r>
              <a:rPr lang="da-DK" sz="2000"/>
              <a:t>sentimentanalyse</a:t>
            </a:r>
            <a:r>
              <a:rPr lang="da-DK" sz="2000" dirty="0"/>
              <a:t>)</a:t>
            </a:r>
          </a:p>
          <a:p>
            <a:pPr lvl="1"/>
            <a:r>
              <a:rPr lang="da-DK" sz="2000" dirty="0"/>
              <a:t>Spam / Ikke-spam (</a:t>
            </a:r>
            <a:r>
              <a:rPr lang="da-DK" sz="2000"/>
              <a:t>emails</a:t>
            </a:r>
            <a:r>
              <a:rPr lang="da-DK" sz="2000" dirty="0"/>
              <a:t>)</a:t>
            </a:r>
          </a:p>
          <a:p>
            <a:pPr lvl="1"/>
            <a:r>
              <a:rPr lang="da-DK" sz="2000" dirty="0"/>
              <a:t>Hund / Kat (hvis datasættet kun består af de to dyr)</a:t>
            </a:r>
          </a:p>
          <a:p>
            <a:pPr marL="0" indent="0">
              <a:buNone/>
            </a:pPr>
            <a:endParaRPr lang="da-DK" sz="2000" dirty="0"/>
          </a:p>
        </p:txBody>
      </p:sp>
    </p:spTree>
    <p:extLst>
      <p:ext uri="{BB962C8B-B14F-4D97-AF65-F5344CB8AC3E}">
        <p14:creationId xmlns:p14="http://schemas.microsoft.com/office/powerpoint/2010/main" val="21113707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C608BEB-860E-4094-8511-78603564A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050" cy="68580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7EEB128-8426-67E9-7623-DC0DF9B7C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2488"/>
            <a:ext cx="2899189" cy="4363844"/>
          </a:xfrm>
        </p:spPr>
        <p:txBody>
          <a:bodyPr anchor="t">
            <a:normAutofit/>
          </a:bodyPr>
          <a:lstStyle/>
          <a:p>
            <a:r>
              <a:rPr lang="da-DK" sz="3700">
                <a:solidFill>
                  <a:srgbClr val="FFFFFF"/>
                </a:solidFill>
              </a:rPr>
              <a:t>Forskel på Classification og Regression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2D7B6357-BFB9-EEC7-3528-0CE1CF62A3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80855" y="1412489"/>
            <a:ext cx="3427283" cy="43638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a-DK" sz="2000"/>
              <a:t>Classification</a:t>
            </a:r>
          </a:p>
          <a:p>
            <a:pPr lvl="1"/>
            <a:r>
              <a:rPr lang="da-DK" sz="2000"/>
              <a:t>Output: kategori (hund,kat,mand,kvind)</a:t>
            </a:r>
          </a:p>
          <a:p>
            <a:pPr lvl="1"/>
            <a:r>
              <a:rPr lang="da-DK" sz="2000"/>
              <a:t>Eksempler: Dyr, køn, planter, grøntsager</a:t>
            </a:r>
          </a:p>
          <a:p>
            <a:pPr lvl="1"/>
            <a:r>
              <a:rPr lang="da-DK" sz="2000"/>
              <a:t>Model: LogisticRegression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F16A8D4-FE87-4604-88B2-394B5D1EB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29871" y="1412488"/>
            <a:ext cx="0" cy="36576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4C96E5B8-9F27-2D0F-0672-A8E25F38FA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51604" y="1412489"/>
            <a:ext cx="3197701" cy="43638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a-DK" sz="2000"/>
              <a:t>Regression</a:t>
            </a:r>
          </a:p>
          <a:p>
            <a:pPr lvl="1"/>
            <a:r>
              <a:rPr lang="da-DK" sz="2000"/>
              <a:t>Output: Tal</a:t>
            </a:r>
            <a:br>
              <a:rPr lang="da-DK" sz="2000"/>
            </a:br>
            <a:r>
              <a:rPr lang="da-DK" sz="2000"/>
              <a:t>(23.7)</a:t>
            </a:r>
          </a:p>
          <a:p>
            <a:pPr lvl="1"/>
            <a:r>
              <a:rPr lang="da-DK" sz="2000"/>
              <a:t>Eksempler: pris, vægt, karakter</a:t>
            </a:r>
          </a:p>
          <a:p>
            <a:pPr lvl="1"/>
            <a:r>
              <a:rPr lang="da-DK" sz="2000"/>
              <a:t>Model: LinearRegression.</a:t>
            </a:r>
          </a:p>
        </p:txBody>
      </p:sp>
    </p:spTree>
    <p:extLst>
      <p:ext uri="{BB962C8B-B14F-4D97-AF65-F5344CB8AC3E}">
        <p14:creationId xmlns:p14="http://schemas.microsoft.com/office/powerpoint/2010/main" val="12705907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D04B7EA-D7E9-BF04-F897-21092915B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Iris Data sæt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CA9A4400-5565-B655-59B5-EF489FA1ACA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dirty="0"/>
              <a:t>Jeg bruger </a:t>
            </a:r>
            <a:r>
              <a:rPr lang="da-DK" dirty="0" err="1"/>
              <a:t>Sepal</a:t>
            </a:r>
            <a:r>
              <a:rPr lang="da-DK" dirty="0"/>
              <a:t> og </a:t>
            </a:r>
            <a:r>
              <a:rPr lang="da-DK" dirty="0" err="1"/>
              <a:t>Petal</a:t>
            </a:r>
            <a:r>
              <a:rPr lang="da-DK" dirty="0"/>
              <a:t> som features.</a:t>
            </a:r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F3EA73BB-E295-F60D-C9FE-F47C11303280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4520" y="2057400"/>
            <a:ext cx="5959280" cy="3439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65172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4" name="Rectangle 53">
            <a:extLst>
              <a:ext uri="{FF2B5EF4-FFF2-40B4-BE49-F238E27FC236}">
                <a16:creationId xmlns:a16="http://schemas.microsoft.com/office/drawing/2014/main" id="{0D7B6173-1D58-48E2-83CF-37350F31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5D813D1-BA6B-40B4-A101-04BB89445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B0DAC8FB-A162-44E3-A606-C855A03A5B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952" cy="6862380"/>
          </a:xfrm>
          <a:prstGeom prst="rect">
            <a:avLst/>
          </a:prstGeom>
        </p:spPr>
      </p:pic>
      <p:sp>
        <p:nvSpPr>
          <p:cNvPr id="60" name="Rectangle 59">
            <a:extLst>
              <a:ext uri="{FF2B5EF4-FFF2-40B4-BE49-F238E27FC236}">
                <a16:creationId xmlns:a16="http://schemas.microsoft.com/office/drawing/2014/main" id="{21BDEC81-16A7-4451-B893-C15000083B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AEA3DFA5-2D7B-4989-8ED7-8321EC114C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6678" y="0"/>
            <a:ext cx="11145980" cy="6870723"/>
          </a:xfrm>
          <a:prstGeom prst="rect">
            <a:avLst/>
          </a:prstGeom>
          <a:solidFill>
            <a:schemeClr val="bg1"/>
          </a:solidFill>
          <a:ln w="349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8BF03D6-231B-43E4-BEA7-234228871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966" y="900622"/>
            <a:ext cx="3629555" cy="1893524"/>
          </a:xfrm>
        </p:spPr>
        <p:txBody>
          <a:bodyPr anchor="b">
            <a:normAutofit/>
          </a:bodyPr>
          <a:lstStyle/>
          <a:p>
            <a:r>
              <a:rPr lang="da-DK" sz="4800"/>
              <a:t>Stratify</a:t>
            </a:r>
          </a:p>
        </p:txBody>
      </p:sp>
      <p:sp>
        <p:nvSpPr>
          <p:cNvPr id="7" name="Pladsholder til indhold 6">
            <a:extLst>
              <a:ext uri="{FF2B5EF4-FFF2-40B4-BE49-F238E27FC236}">
                <a16:creationId xmlns:a16="http://schemas.microsoft.com/office/drawing/2014/main" id="{BBE2D56E-8E9B-576B-77B2-D0E22DC491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1966" y="2965593"/>
            <a:ext cx="3629555" cy="2941544"/>
          </a:xfrm>
        </p:spPr>
        <p:txBody>
          <a:bodyPr>
            <a:normAutofit/>
          </a:bodyPr>
          <a:lstStyle/>
          <a:p>
            <a:r>
              <a:rPr lang="da-DK" sz="1800" dirty="0"/>
              <a:t>Det sørger for at fordele klasserne lige. Ellers kan en klasse måske bliver under eller over repræsenteret.</a:t>
            </a:r>
          </a:p>
          <a:p>
            <a:pPr lvl="1"/>
            <a:r>
              <a:rPr lang="da-DK" sz="1800" dirty="0"/>
              <a:t>Eksempel: se tabel</a:t>
            </a:r>
            <a:endParaRPr lang="da-DK" sz="2200" dirty="0"/>
          </a:p>
          <a:p>
            <a:r>
              <a:rPr lang="da-DK" sz="1800" dirty="0"/>
              <a:t>En god tommelfinger regel er altid at bruge </a:t>
            </a:r>
            <a:r>
              <a:rPr lang="da-DK" sz="1800" dirty="0" err="1"/>
              <a:t>stratify</a:t>
            </a:r>
            <a:r>
              <a:rPr lang="da-DK" sz="1800" dirty="0"/>
              <a:t> når der laves </a:t>
            </a:r>
            <a:r>
              <a:rPr lang="da-DK" sz="1800" dirty="0" err="1"/>
              <a:t>train_test_split</a:t>
            </a:r>
            <a:r>
              <a:rPr lang="da-DK" sz="1800" dirty="0"/>
              <a:t> i  </a:t>
            </a:r>
            <a:r>
              <a:rPr lang="da-DK" sz="1800" dirty="0" err="1"/>
              <a:t>classification</a:t>
            </a:r>
            <a:r>
              <a:rPr lang="da-DK" sz="1800" dirty="0"/>
              <a:t>.</a:t>
            </a:r>
          </a:p>
          <a:p>
            <a:pPr marL="457200" lvl="1" indent="0">
              <a:buNone/>
            </a:pPr>
            <a:endParaRPr lang="da-DK" sz="1800" dirty="0"/>
          </a:p>
        </p:txBody>
      </p:sp>
      <p:pic>
        <p:nvPicPr>
          <p:cNvPr id="9" name="Billede 8">
            <a:extLst>
              <a:ext uri="{FF2B5EF4-FFF2-40B4-BE49-F238E27FC236}">
                <a16:creationId xmlns:a16="http://schemas.microsoft.com/office/drawing/2014/main" id="{0133FB15-3006-9818-5EC0-2E4AC64312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6548" y="2595362"/>
            <a:ext cx="6320441" cy="755974"/>
          </a:xfrm>
          <a:prstGeom prst="rect">
            <a:avLst/>
          </a:prstGeom>
        </p:spPr>
      </p:pic>
      <p:graphicFrame>
        <p:nvGraphicFramePr>
          <p:cNvPr id="10" name="Tabel 9">
            <a:extLst>
              <a:ext uri="{FF2B5EF4-FFF2-40B4-BE49-F238E27FC236}">
                <a16:creationId xmlns:a16="http://schemas.microsoft.com/office/drawing/2014/main" id="{47384E9A-F13E-FC1A-798C-1550123BEA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3206241"/>
              </p:ext>
            </p:extLst>
          </p:nvPr>
        </p:nvGraphicFramePr>
        <p:xfrm>
          <a:off x="5189717" y="3901997"/>
          <a:ext cx="6320443" cy="2372268"/>
        </p:xfrm>
        <a:graphic>
          <a:graphicData uri="http://schemas.openxmlformats.org/drawingml/2006/table">
            <a:tbl>
              <a:tblPr firstRow="1" bandRow="1">
                <a:solidFill>
                  <a:schemeClr val="tx1">
                    <a:lumMod val="75000"/>
                    <a:lumOff val="25000"/>
                  </a:schemeClr>
                </a:solidFill>
                <a:tableStyleId>{5C22544A-7EE6-4342-B048-85BDC9FD1C3A}</a:tableStyleId>
              </a:tblPr>
              <a:tblGrid>
                <a:gridCol w="1460525">
                  <a:extLst>
                    <a:ext uri="{9D8B030D-6E8A-4147-A177-3AD203B41FA5}">
                      <a16:colId xmlns:a16="http://schemas.microsoft.com/office/drawing/2014/main" val="1914765934"/>
                    </a:ext>
                  </a:extLst>
                </a:gridCol>
                <a:gridCol w="1568975">
                  <a:extLst>
                    <a:ext uri="{9D8B030D-6E8A-4147-A177-3AD203B41FA5}">
                      <a16:colId xmlns:a16="http://schemas.microsoft.com/office/drawing/2014/main" val="3717301945"/>
                    </a:ext>
                  </a:extLst>
                </a:gridCol>
                <a:gridCol w="1675489">
                  <a:extLst>
                    <a:ext uri="{9D8B030D-6E8A-4147-A177-3AD203B41FA5}">
                      <a16:colId xmlns:a16="http://schemas.microsoft.com/office/drawing/2014/main" val="2764507370"/>
                    </a:ext>
                  </a:extLst>
                </a:gridCol>
                <a:gridCol w="1615454">
                  <a:extLst>
                    <a:ext uri="{9D8B030D-6E8A-4147-A177-3AD203B41FA5}">
                      <a16:colId xmlns:a16="http://schemas.microsoft.com/office/drawing/2014/main" val="1447819833"/>
                    </a:ext>
                  </a:extLst>
                </a:gridCol>
              </a:tblGrid>
              <a:tr h="788277">
                <a:tc>
                  <a:txBody>
                    <a:bodyPr/>
                    <a:lstStyle/>
                    <a:p>
                      <a:r>
                        <a:rPr lang="da-DK" sz="1700" b="0" cap="none" spc="0">
                          <a:solidFill>
                            <a:schemeClr val="bg1"/>
                          </a:solidFill>
                        </a:rPr>
                        <a:t>Klasse</a:t>
                      </a:r>
                    </a:p>
                  </a:txBody>
                  <a:tcPr marL="145013" marR="209322" marT="111549" marB="11154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a-DK" sz="1700" b="0" cap="none" spc="0">
                          <a:solidFill>
                            <a:schemeClr val="bg1"/>
                          </a:solidFill>
                        </a:rPr>
                        <a:t>Antal i hele datasættet</a:t>
                      </a:r>
                    </a:p>
                  </a:txBody>
                  <a:tcPr marL="145013" marR="209322" marT="111549" marB="111549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a-DK" sz="1700" b="0" cap="none" spc="0">
                          <a:solidFill>
                            <a:schemeClr val="bg1"/>
                          </a:solidFill>
                        </a:rPr>
                        <a:t>Antal i test uden stratify</a:t>
                      </a:r>
                    </a:p>
                  </a:txBody>
                  <a:tcPr marL="145013" marR="209322" marT="111549" marB="111549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a-DK" sz="1700" b="0" cap="none" spc="0">
                          <a:solidFill>
                            <a:schemeClr val="bg1"/>
                          </a:solidFill>
                        </a:rPr>
                        <a:t>Antal i test med stratify</a:t>
                      </a:r>
                    </a:p>
                  </a:txBody>
                  <a:tcPr marL="145013" marR="209322" marT="111549" marB="111549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7649508"/>
                  </a:ext>
                </a:extLst>
              </a:tr>
              <a:tr h="527997">
                <a:tc>
                  <a:txBody>
                    <a:bodyPr/>
                    <a:lstStyle/>
                    <a:p>
                      <a:r>
                        <a:rPr lang="da-DK" sz="1700" cap="none" spc="0">
                          <a:solidFill>
                            <a:schemeClr val="bg1"/>
                          </a:solidFill>
                        </a:rPr>
                        <a:t>Setosa</a:t>
                      </a:r>
                    </a:p>
                  </a:txBody>
                  <a:tcPr marL="145013" marR="209322" marT="111549" marB="111549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a-DK" sz="1700" cap="none" spc="0">
                          <a:solidFill>
                            <a:schemeClr val="bg1"/>
                          </a:solidFill>
                        </a:rPr>
                        <a:t>50</a:t>
                      </a:r>
                    </a:p>
                  </a:txBody>
                  <a:tcPr marL="145013" marR="209322" marT="111549" marB="111549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a-DK" sz="1700" cap="none" spc="0">
                          <a:solidFill>
                            <a:schemeClr val="bg1"/>
                          </a:solidFill>
                        </a:rPr>
                        <a:t>6</a:t>
                      </a:r>
                    </a:p>
                  </a:txBody>
                  <a:tcPr marL="145013" marR="209322" marT="111549" marB="111549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a-DK" sz="1700" cap="none" spc="0">
                          <a:solidFill>
                            <a:schemeClr val="bg1"/>
                          </a:solidFill>
                        </a:rPr>
                        <a:t>10</a:t>
                      </a:r>
                    </a:p>
                  </a:txBody>
                  <a:tcPr marL="145013" marR="209322" marT="111549" marB="111549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360101"/>
                  </a:ext>
                </a:extLst>
              </a:tr>
              <a:tr h="527997">
                <a:tc>
                  <a:txBody>
                    <a:bodyPr/>
                    <a:lstStyle/>
                    <a:p>
                      <a:r>
                        <a:rPr lang="da-DK" sz="1700" cap="none" spc="0">
                          <a:solidFill>
                            <a:schemeClr val="bg1"/>
                          </a:solidFill>
                        </a:rPr>
                        <a:t>Versicolor</a:t>
                      </a:r>
                    </a:p>
                  </a:txBody>
                  <a:tcPr marL="145013" marR="209322" marT="111549" marB="111549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a-DK" sz="1700" cap="none" spc="0" dirty="0">
                          <a:solidFill>
                            <a:schemeClr val="bg1"/>
                          </a:solidFill>
                        </a:rPr>
                        <a:t>50</a:t>
                      </a:r>
                    </a:p>
                  </a:txBody>
                  <a:tcPr marL="145013" marR="209322" marT="111549" marB="111549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a-DK" sz="1700" cap="none" spc="0">
                          <a:solidFill>
                            <a:schemeClr val="bg1"/>
                          </a:solidFill>
                        </a:rPr>
                        <a:t>14</a:t>
                      </a:r>
                    </a:p>
                  </a:txBody>
                  <a:tcPr marL="145013" marR="209322" marT="111549" marB="111549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a-DK" sz="1700" cap="none" spc="0">
                          <a:solidFill>
                            <a:schemeClr val="bg1"/>
                          </a:solidFill>
                        </a:rPr>
                        <a:t>10</a:t>
                      </a:r>
                    </a:p>
                  </a:txBody>
                  <a:tcPr marL="145013" marR="209322" marT="111549" marB="111549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7523244"/>
                  </a:ext>
                </a:extLst>
              </a:tr>
              <a:tr h="527997">
                <a:tc>
                  <a:txBody>
                    <a:bodyPr/>
                    <a:lstStyle/>
                    <a:p>
                      <a:r>
                        <a:rPr lang="da-DK" sz="1700" cap="none" spc="0">
                          <a:solidFill>
                            <a:schemeClr val="bg1"/>
                          </a:solidFill>
                        </a:rPr>
                        <a:t>Virginica</a:t>
                      </a:r>
                    </a:p>
                  </a:txBody>
                  <a:tcPr marL="145013" marR="209322" marT="111549" marB="111549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a-DK" sz="1700" cap="none" spc="0">
                          <a:solidFill>
                            <a:schemeClr val="bg1"/>
                          </a:solidFill>
                        </a:rPr>
                        <a:t>50</a:t>
                      </a:r>
                    </a:p>
                  </a:txBody>
                  <a:tcPr marL="145013" marR="209322" marT="111549" marB="111549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a-DK" sz="1700" cap="none" spc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45013" marR="209322" marT="111549" marB="111549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a-DK" sz="1700" cap="none" spc="0" dirty="0">
                          <a:solidFill>
                            <a:schemeClr val="bg1"/>
                          </a:solidFill>
                        </a:rPr>
                        <a:t>10</a:t>
                      </a:r>
                    </a:p>
                  </a:txBody>
                  <a:tcPr marL="145013" marR="209322" marT="111549" marB="111549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77782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03763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D6E4A8-F966-83E0-FA2E-C0698DE79E2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Evaluering af modellen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DCAE2EF9-5B24-1A74-71F9-04380B6899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9734549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0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2" name="Rectangle 12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-1500"/>
            <a:ext cx="12191998" cy="6858000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14">
            <a:extLst>
              <a:ext uri="{FF2B5EF4-FFF2-40B4-BE49-F238E27FC236}">
                <a16:creationId xmlns:a16="http://schemas.microsoft.com/office/drawing/2014/main" id="{AFFC87AC-C919-4FE5-BAC3-39509E00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635" y="-1500"/>
            <a:ext cx="8119933" cy="6858001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6">
            <a:extLst>
              <a:ext uri="{FF2B5EF4-FFF2-40B4-BE49-F238E27FC236}">
                <a16:creationId xmlns:a16="http://schemas.microsoft.com/office/drawing/2014/main" id="{7D0659F6-0853-468D-B1B2-44FDBE98B8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9272" y="-3000"/>
            <a:ext cx="12201265" cy="6859501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24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78536" y="0"/>
            <a:ext cx="11718098" cy="6858000"/>
          </a:xfrm>
          <a:prstGeom prst="rect">
            <a:avLst/>
          </a:prstGeom>
          <a:gradFill>
            <a:gsLst>
              <a:gs pos="19000">
                <a:srgbClr val="000000">
                  <a:alpha val="62000"/>
                </a:srgbClr>
              </a:gs>
              <a:gs pos="100000">
                <a:schemeClr val="accent1">
                  <a:lumMod val="75000"/>
                  <a:alpha val="44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780858D-BD12-DBEB-23A5-E068A1ED7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639" y="561203"/>
            <a:ext cx="9932691" cy="116599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>
                <a:solidFill>
                  <a:srgbClr val="FFFFFF"/>
                </a:solidFill>
              </a:rPr>
              <a:t>Confusion Matrix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77ACDD7-882D-4B81-A213-84C82B96B0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4" y="2888341"/>
            <a:ext cx="12203819" cy="3968158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5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ladsholder til indhold 5">
            <a:extLst>
              <a:ext uri="{FF2B5EF4-FFF2-40B4-BE49-F238E27FC236}">
                <a16:creationId xmlns:a16="http://schemas.microsoft.com/office/drawing/2014/main" id="{A5A706EA-4908-FB00-BA7E-D94C04F6A6C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99932" y="2133758"/>
            <a:ext cx="4782659" cy="3235692"/>
          </a:xfrm>
          <a:prstGeom prst="rect">
            <a:avLst/>
          </a:prstGeom>
        </p:spPr>
      </p:pic>
      <p:pic>
        <p:nvPicPr>
          <p:cNvPr id="4" name="Pladsholder til indhold 3">
            <a:extLst>
              <a:ext uri="{FF2B5EF4-FFF2-40B4-BE49-F238E27FC236}">
                <a16:creationId xmlns:a16="http://schemas.microsoft.com/office/drawing/2014/main" id="{83C016AF-1B7E-7837-6388-03CD35FC555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4"/>
          <a:stretch>
            <a:fillRect/>
          </a:stretch>
        </p:blipFill>
        <p:spPr>
          <a:xfrm>
            <a:off x="5961120" y="2133758"/>
            <a:ext cx="5752344" cy="3235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3560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760EF0D-0025-ECDA-495F-8C69C83B6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Report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DDC94B27-403E-0BF5-B909-549733E4E1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81727" y="649480"/>
            <a:ext cx="3025303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400"/>
              <a:t>Precision:</a:t>
            </a:r>
          </a:p>
          <a:p>
            <a:pPr lvl="1"/>
            <a:r>
              <a:rPr lang="en-US" sz="1400"/>
              <a:t>Andelen af forudsigelser for en art, som var rigtige.</a:t>
            </a:r>
          </a:p>
          <a:p>
            <a:pPr lvl="1"/>
            <a:r>
              <a:rPr lang="en-US" sz="1400"/>
              <a:t>Hvor præcis modellen er, når den siger en blomst er X</a:t>
            </a:r>
          </a:p>
          <a:p>
            <a:r>
              <a:rPr lang="en-US" sz="1400"/>
              <a:t>Recall:</a:t>
            </a:r>
          </a:p>
          <a:p>
            <a:pPr lvl="1"/>
            <a:r>
              <a:rPr lang="en-US" sz="1400"/>
              <a:t>Andelen af faktiske eksempler af en art, som modellen finder korrekt.</a:t>
            </a:r>
          </a:p>
          <a:p>
            <a:pPr lvl="1"/>
            <a:r>
              <a:rPr lang="en-US" sz="1400"/>
              <a:t>Hvor god modellen er til af finde alle blomster af X.</a:t>
            </a:r>
          </a:p>
          <a:p>
            <a:r>
              <a:rPr lang="en-US" sz="1400"/>
              <a:t>F1-score:</a:t>
            </a:r>
          </a:p>
          <a:p>
            <a:pPr lvl="1"/>
            <a:r>
              <a:rPr lang="en-US" sz="1400"/>
              <a:t>Gennemsnit af Precision og Recall som giver en samlet vurdering af modellens balance mellem af gætte rigtigt og finde alle.</a:t>
            </a:r>
          </a:p>
          <a:p>
            <a:r>
              <a:rPr lang="en-US" sz="1400"/>
              <a:t>Support:</a:t>
            </a:r>
          </a:p>
          <a:p>
            <a:pPr lvl="1"/>
            <a:r>
              <a:rPr lang="en-US" sz="1400"/>
              <a:t>Hvor mange arter som var i datasættet.</a:t>
            </a:r>
          </a:p>
          <a:p>
            <a:pPr lvl="1"/>
            <a:endParaRPr lang="en-US" sz="1400"/>
          </a:p>
        </p:txBody>
      </p:sp>
      <p:pic>
        <p:nvPicPr>
          <p:cNvPr id="6" name="Pladsholder til indhold 5">
            <a:extLst>
              <a:ext uri="{FF2B5EF4-FFF2-40B4-BE49-F238E27FC236}">
                <a16:creationId xmlns:a16="http://schemas.microsoft.com/office/drawing/2014/main" id="{4866CC13-6216-FE3A-E0D0-95E2C5DD6EF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8109502" y="2644711"/>
            <a:ext cx="3615776" cy="1580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8844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D8F6A25-B9E8-66DE-CCD1-C7247891A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Decision Boundary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E69DF375-FE75-87E0-9173-184D2B357B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60042" y="806824"/>
            <a:ext cx="2919738" cy="1494117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buNone/>
            </a:pPr>
            <a:r>
              <a:rPr lang="en-US" sz="20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Hvordan modellen deler klasserne op både med træning og test.</a:t>
            </a:r>
          </a:p>
        </p:txBody>
      </p:sp>
      <p:pic>
        <p:nvPicPr>
          <p:cNvPr id="15" name="Pladsholder til indhold 14">
            <a:extLst>
              <a:ext uri="{FF2B5EF4-FFF2-40B4-BE49-F238E27FC236}">
                <a16:creationId xmlns:a16="http://schemas.microsoft.com/office/drawing/2014/main" id="{56A211FF-EF14-2D7C-8790-D31EC0397E4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4502428" y="845795"/>
            <a:ext cx="7225748" cy="5166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0596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9BE6507-434E-77AE-781B-922C8D39E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/>
              <a:t>Opgave tid</a:t>
            </a:r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5DC9BCA7-7375-AE30-F9A8-E754B1A9E8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872899"/>
            <a:ext cx="4243589" cy="332066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200"/>
              <a:t>I skal arbejde med pingviner!</a:t>
            </a:r>
          </a:p>
          <a:p>
            <a:r>
              <a:rPr lang="en-US" sz="2200"/>
              <a:t>Features i skal bruge:</a:t>
            </a:r>
          </a:p>
          <a:p>
            <a:pPr lvl="1"/>
            <a:r>
              <a:rPr lang="en-US" sz="2200"/>
              <a:t>culmen_length_mm og culmen_depth_mm</a:t>
            </a:r>
          </a:p>
        </p:txBody>
      </p:sp>
      <p:pic>
        <p:nvPicPr>
          <p:cNvPr id="5" name="Pladsholder til indhold 4">
            <a:extLst>
              <a:ext uri="{FF2B5EF4-FFF2-40B4-BE49-F238E27FC236}">
                <a16:creationId xmlns:a16="http://schemas.microsoft.com/office/drawing/2014/main" id="{70413344-9C07-B03D-8B28-605661D867C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l="24870" r="22972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19124889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5F6272E-5D6C-8C78-D99D-1396C457A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Dataforberedelse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onnsiteX0" fmla="*/ 0 w 1554480"/>
              <a:gd name="connsiteY0" fmla="*/ 0 h 18288"/>
              <a:gd name="connsiteX1" fmla="*/ 549250 w 1554480"/>
              <a:gd name="connsiteY1" fmla="*/ 0 h 18288"/>
              <a:gd name="connsiteX2" fmla="*/ 1082954 w 1554480"/>
              <a:gd name="connsiteY2" fmla="*/ 0 h 18288"/>
              <a:gd name="connsiteX3" fmla="*/ 1554480 w 1554480"/>
              <a:gd name="connsiteY3" fmla="*/ 0 h 18288"/>
              <a:gd name="connsiteX4" fmla="*/ 1554480 w 1554480"/>
              <a:gd name="connsiteY4" fmla="*/ 18288 h 18288"/>
              <a:gd name="connsiteX5" fmla="*/ 1067410 w 1554480"/>
              <a:gd name="connsiteY5" fmla="*/ 18288 h 18288"/>
              <a:gd name="connsiteX6" fmla="*/ 549250 w 1554480"/>
              <a:gd name="connsiteY6" fmla="*/ 18288 h 18288"/>
              <a:gd name="connsiteX7" fmla="*/ 0 w 1554480"/>
              <a:gd name="connsiteY7" fmla="*/ 18288 h 18288"/>
              <a:gd name="connsiteX8" fmla="*/ 0 w 1554480"/>
              <a:gd name="connsiteY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2BBD928B-F3F1-B5EA-3578-B4F97A708D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54295" y="502920"/>
            <a:ext cx="6894576" cy="146304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200"/>
              <a:t>Udforske og rense data</a:t>
            </a:r>
          </a:p>
          <a:p>
            <a:r>
              <a:rPr lang="en-US" sz="2200"/>
              <a:t>Fjerne featueres som mangler data, er afledt af anden data eller duplikeret information</a:t>
            </a:r>
          </a:p>
          <a:p>
            <a:endParaRPr lang="en-US" sz="2200"/>
          </a:p>
        </p:txBody>
      </p:sp>
      <p:pic>
        <p:nvPicPr>
          <p:cNvPr id="6" name="Pladsholder til indhold 5">
            <a:extLst>
              <a:ext uri="{FF2B5EF4-FFF2-40B4-BE49-F238E27FC236}">
                <a16:creationId xmlns:a16="http://schemas.microsoft.com/office/drawing/2014/main" id="{B59160B4-326B-661D-DAC7-9D9DDE3A80C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30936" y="2510095"/>
            <a:ext cx="10917936" cy="3521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7146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975FB8F-D636-B0B6-71A6-5ED3E6776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da-DK">
                <a:solidFill>
                  <a:srgbClr val="FFFFFF"/>
                </a:solidFill>
              </a:rPr>
              <a:t>Manglende værdier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F347CEDB-03A0-4268-DAC9-AB3944A6F0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da-DK" dirty="0"/>
              <a:t>Ved manglende værdier </a:t>
            </a:r>
            <a:r>
              <a:rPr lang="da-DK" dirty="0" err="1"/>
              <a:t>f.eks</a:t>
            </a:r>
            <a:r>
              <a:rPr lang="da-DK" dirty="0"/>
              <a:t> alder, kan man bruge median. </a:t>
            </a:r>
          </a:p>
          <a:p>
            <a:pPr lvl="1"/>
            <a:r>
              <a:rPr lang="da-DK" dirty="0"/>
              <a:t>Medianen er det midterste observeret tal i datasættet. </a:t>
            </a:r>
          </a:p>
          <a:p>
            <a:pPr lvl="1"/>
            <a:r>
              <a:rPr lang="da-DK" dirty="0"/>
              <a:t>Den er robust overfor </a:t>
            </a:r>
            <a:r>
              <a:rPr lang="da-DK" dirty="0" err="1"/>
              <a:t>outliers</a:t>
            </a:r>
            <a:r>
              <a:rPr lang="da-DK" dirty="0"/>
              <a:t> og for skævhed i datasættet f.eks. ved indkomster.  </a:t>
            </a:r>
            <a:r>
              <a:rPr lang="da-DK" dirty="0" err="1"/>
              <a:t>Dataen</a:t>
            </a:r>
            <a:r>
              <a:rPr lang="da-DK" dirty="0"/>
              <a:t> siger de fleste tjener fx 25.000–40.000 kr., men nogle få tjener millioner. De få der tjener millioner vil trække gennemsnittet op og derfor kan de være misvisende om gennemsnittet.</a:t>
            </a:r>
          </a:p>
          <a:p>
            <a:r>
              <a:rPr lang="da-DK" dirty="0"/>
              <a:t>Gennemsnit kan bruges hvis man har en mere symmetrisk datasæt.</a:t>
            </a:r>
          </a:p>
        </p:txBody>
      </p:sp>
    </p:spTree>
    <p:extLst>
      <p:ext uri="{BB962C8B-B14F-4D97-AF65-F5344CB8AC3E}">
        <p14:creationId xmlns:p14="http://schemas.microsoft.com/office/powerpoint/2010/main" val="22215446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FBD807-1134-6B98-0DF5-7261D5348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One-Hot </a:t>
            </a:r>
            <a:r>
              <a:rPr lang="da-DK" dirty="0" err="1"/>
              <a:t>Encodning</a:t>
            </a:r>
            <a:endParaRPr lang="da-DK" dirty="0"/>
          </a:p>
        </p:txBody>
      </p:sp>
      <p:graphicFrame>
        <p:nvGraphicFramePr>
          <p:cNvPr id="19" name="Pladsholder til indhold 18">
            <a:extLst>
              <a:ext uri="{FF2B5EF4-FFF2-40B4-BE49-F238E27FC236}">
                <a16:creationId xmlns:a16="http://schemas.microsoft.com/office/drawing/2014/main" id="{FD1D79C0-787D-5D16-C237-8A533C6B27B1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012214216"/>
              </p:ext>
            </p:extLst>
          </p:nvPr>
        </p:nvGraphicFramePr>
        <p:xfrm>
          <a:off x="838200" y="1825625"/>
          <a:ext cx="51816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7200">
                  <a:extLst>
                    <a:ext uri="{9D8B030D-6E8A-4147-A177-3AD203B41FA5}">
                      <a16:colId xmlns:a16="http://schemas.microsoft.com/office/drawing/2014/main" val="2609164288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4290289265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24309394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Sex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 err="1"/>
                        <a:t>Sex_male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 err="1"/>
                        <a:t>Sex_female</a:t>
                      </a:r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43079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69816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 err="1"/>
                        <a:t>Female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6968899"/>
                  </a:ext>
                </a:extLst>
              </a:tr>
            </a:tbl>
          </a:graphicData>
        </a:graphic>
      </p:graphicFrame>
      <p:graphicFrame>
        <p:nvGraphicFramePr>
          <p:cNvPr id="22" name="Pladsholder til indhold 21">
            <a:extLst>
              <a:ext uri="{FF2B5EF4-FFF2-40B4-BE49-F238E27FC236}">
                <a16:creationId xmlns:a16="http://schemas.microsoft.com/office/drawing/2014/main" id="{826AD0C9-6BA0-C08D-6F17-C711D4B23E6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597746393"/>
              </p:ext>
            </p:extLst>
          </p:nvPr>
        </p:nvGraphicFramePr>
        <p:xfrm>
          <a:off x="6172200" y="1825625"/>
          <a:ext cx="5181600" cy="202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1631254774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3238611430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1281849577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6914900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First 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Second 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Third Class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08757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First 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1785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Second 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70327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Third 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7794235"/>
                  </a:ext>
                </a:extLst>
              </a:tr>
            </a:tbl>
          </a:graphicData>
        </a:graphic>
      </p:graphicFrame>
      <p:sp>
        <p:nvSpPr>
          <p:cNvPr id="23" name="Tekstfelt 22">
            <a:extLst>
              <a:ext uri="{FF2B5EF4-FFF2-40B4-BE49-F238E27FC236}">
                <a16:creationId xmlns:a16="http://schemas.microsoft.com/office/drawing/2014/main" id="{BC026C04-28E2-E6B0-4E12-31DC7DF06365}"/>
              </a:ext>
            </a:extLst>
          </p:cNvPr>
          <p:cNvSpPr txBox="1"/>
          <p:nvPr/>
        </p:nvSpPr>
        <p:spPr>
          <a:xfrm>
            <a:off x="960120" y="4171950"/>
            <a:ext cx="459486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Kategoriske data omdannes til et numerisk format, som maskinlæringsmodeller kan forstå. Uden at tildele den kategorierne en rang orden bland kategorierne. </a:t>
            </a:r>
          </a:p>
          <a:p>
            <a:r>
              <a:rPr lang="da-DK" dirty="0"/>
              <a:t>F.eks. </a:t>
            </a:r>
            <a:br>
              <a:rPr lang="da-DK" dirty="0"/>
            </a:br>
            <a:r>
              <a:rPr lang="da-DK" dirty="0"/>
              <a:t>Male = 1</a:t>
            </a:r>
          </a:p>
          <a:p>
            <a:r>
              <a:rPr lang="da-DK" dirty="0" err="1"/>
              <a:t>Female</a:t>
            </a:r>
            <a:r>
              <a:rPr lang="da-DK" dirty="0"/>
              <a:t> = 2</a:t>
            </a:r>
          </a:p>
          <a:p>
            <a:r>
              <a:rPr lang="da-DK" dirty="0" err="1"/>
              <a:t>Female</a:t>
            </a:r>
            <a:r>
              <a:rPr lang="da-DK" dirty="0"/>
              <a:t> &gt; Male</a:t>
            </a:r>
          </a:p>
        </p:txBody>
      </p:sp>
      <p:sp>
        <p:nvSpPr>
          <p:cNvPr id="24" name="Tekstfelt 23">
            <a:extLst>
              <a:ext uri="{FF2B5EF4-FFF2-40B4-BE49-F238E27FC236}">
                <a16:creationId xmlns:a16="http://schemas.microsoft.com/office/drawing/2014/main" id="{E462A064-613C-9C66-177A-A42244B4E0FC}"/>
              </a:ext>
            </a:extLst>
          </p:cNvPr>
          <p:cNvSpPr txBox="1"/>
          <p:nvPr/>
        </p:nvSpPr>
        <p:spPr>
          <a:xfrm>
            <a:off x="6377940" y="4446270"/>
            <a:ext cx="50634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Så Hot-Encoding laver binære kolonne for hver kategori. 1 hvor de matcher og 0 hvor den ikke gør. </a:t>
            </a:r>
            <a:r>
              <a:rPr lang="da-DK"/>
              <a:t>Sådan undgår vi en rang orden.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41842927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10D43-A5B4-C5C7-6187-6D14BB04F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F232A7-D2EB-EFA1-F26E-84378AF23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/>
              <a:t>Opgave tid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D1D7BB0E-8A72-225D-2682-03BFCED93D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872899"/>
            <a:ext cx="4243589" cy="3320668"/>
          </a:xfr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r>
              <a:rPr lang="en-US" sz="2200" dirty="0"/>
              <a:t>I </a:t>
            </a:r>
            <a:r>
              <a:rPr lang="en-US" sz="2200" dirty="0" err="1"/>
              <a:t>skal</a:t>
            </a:r>
            <a:r>
              <a:rPr lang="en-US" sz="2200" dirty="0"/>
              <a:t> </a:t>
            </a:r>
            <a:r>
              <a:rPr lang="en-US" sz="2200" dirty="0" err="1"/>
              <a:t>arbejde</a:t>
            </a:r>
            <a:r>
              <a:rPr lang="en-US" sz="2200" dirty="0"/>
              <a:t> med </a:t>
            </a:r>
            <a:r>
              <a:rPr lang="en-US" sz="2200" dirty="0" err="1"/>
              <a:t>drikkepenge</a:t>
            </a:r>
            <a:r>
              <a:rPr lang="en-US" sz="2200" dirty="0"/>
              <a:t>!</a:t>
            </a:r>
          </a:p>
          <a:p>
            <a:r>
              <a:rPr lang="en-US" sz="2200" dirty="0"/>
              <a:t>I </a:t>
            </a:r>
            <a:r>
              <a:rPr lang="en-US" sz="2200" dirty="0" err="1"/>
              <a:t>skal</a:t>
            </a:r>
            <a:r>
              <a:rPr lang="en-US" sz="2200" dirty="0"/>
              <a:t>:</a:t>
            </a:r>
          </a:p>
          <a:p>
            <a:pPr lvl="1"/>
            <a:r>
              <a:rPr lang="en-US" sz="1800" dirty="0"/>
              <a:t>import seaborn as </a:t>
            </a:r>
            <a:r>
              <a:rPr lang="en-US" sz="1800" dirty="0" err="1"/>
              <a:t>sns</a:t>
            </a:r>
            <a:br>
              <a:rPr lang="en-US" sz="1800" dirty="0"/>
            </a:br>
            <a:r>
              <a:rPr lang="en-US" sz="1800" dirty="0"/>
              <a:t>data = </a:t>
            </a:r>
            <a:r>
              <a:rPr lang="en-US" sz="1800" dirty="0" err="1"/>
              <a:t>sns.load_dataset</a:t>
            </a:r>
            <a:r>
              <a:rPr lang="en-US" sz="1800" dirty="0"/>
              <a:t>("tips")</a:t>
            </a:r>
          </a:p>
          <a:p>
            <a:pPr lvl="1"/>
            <a:r>
              <a:rPr lang="en-US" sz="1800" dirty="0" err="1"/>
              <a:t>Udforske</a:t>
            </a:r>
            <a:r>
              <a:rPr lang="en-US" sz="1800" dirty="0"/>
              <a:t> </a:t>
            </a:r>
            <a:r>
              <a:rPr lang="en-US" sz="1800" dirty="0" err="1"/>
              <a:t>dataen</a:t>
            </a:r>
            <a:r>
              <a:rPr lang="en-US" sz="1800" dirty="0"/>
              <a:t>. ( .head(), .info(), .describe(), </a:t>
            </a:r>
            <a:r>
              <a:rPr lang="en-US" sz="1800" dirty="0" err="1"/>
              <a:t>isna</a:t>
            </a:r>
            <a:r>
              <a:rPr lang="en-US" sz="1800" dirty="0"/>
              <a:t>().sum()</a:t>
            </a:r>
          </a:p>
          <a:p>
            <a:pPr lvl="1"/>
            <a:r>
              <a:rPr lang="en-US" sz="1800" dirty="0"/>
              <a:t>Rense den.</a:t>
            </a:r>
          </a:p>
          <a:p>
            <a:pPr lvl="1"/>
            <a:r>
              <a:rPr lang="en-US" sz="1800" dirty="0"/>
              <a:t>Hot Encode</a:t>
            </a:r>
          </a:p>
          <a:p>
            <a:pPr lvl="1"/>
            <a:r>
              <a:rPr lang="en-US" sz="1800" dirty="0"/>
              <a:t>Split</a:t>
            </a:r>
          </a:p>
          <a:p>
            <a:pPr lvl="1"/>
            <a:r>
              <a:rPr lang="en-US" sz="1800" dirty="0" err="1"/>
              <a:t>Træne</a:t>
            </a:r>
            <a:endParaRPr lang="en-US" sz="1800" dirty="0"/>
          </a:p>
          <a:p>
            <a:pPr lvl="1"/>
            <a:r>
              <a:rPr lang="en-US" sz="1800" dirty="0" err="1"/>
              <a:t>Evaluere</a:t>
            </a:r>
            <a:r>
              <a:rPr lang="en-US" sz="1800" dirty="0"/>
              <a:t>.</a:t>
            </a:r>
          </a:p>
          <a:p>
            <a:pPr lvl="1"/>
            <a:r>
              <a:rPr lang="en-US" sz="1800" dirty="0" err="1"/>
              <a:t>Muligt</a:t>
            </a:r>
            <a:r>
              <a:rPr lang="en-US" sz="1800" dirty="0"/>
              <a:t> </a:t>
            </a:r>
            <a:r>
              <a:rPr lang="en-US" sz="1800" dirty="0" err="1"/>
              <a:t>mål</a:t>
            </a:r>
            <a:r>
              <a:rPr lang="en-US" sz="1800" dirty="0"/>
              <a:t>: </a:t>
            </a:r>
            <a:r>
              <a:rPr lang="en-US" sz="1800" dirty="0" err="1"/>
              <a:t>Forudsige</a:t>
            </a:r>
            <a:r>
              <a:rPr lang="en-US" sz="1800" dirty="0"/>
              <a:t> om </a:t>
            </a:r>
            <a:r>
              <a:rPr lang="en-US" sz="1800" dirty="0" err="1"/>
              <a:t>en</a:t>
            </a:r>
            <a:r>
              <a:rPr lang="en-US" sz="1800" dirty="0"/>
              <a:t> </a:t>
            </a:r>
            <a:r>
              <a:rPr lang="en-US" sz="1800" dirty="0" err="1"/>
              <a:t>kunde</a:t>
            </a:r>
            <a:r>
              <a:rPr lang="en-US" sz="1800" dirty="0"/>
              <a:t> giver mange </a:t>
            </a:r>
            <a:r>
              <a:rPr lang="en-US" sz="1800" dirty="0" err="1"/>
              <a:t>drikkepenge</a:t>
            </a:r>
            <a:r>
              <a:rPr lang="en-US" sz="1800" dirty="0"/>
              <a:t> </a:t>
            </a:r>
            <a:r>
              <a:rPr lang="en-US" sz="1800" dirty="0" err="1"/>
              <a:t>eller</a:t>
            </a:r>
            <a:r>
              <a:rPr lang="en-US" sz="1800" dirty="0"/>
              <a:t> </a:t>
            </a:r>
            <a:r>
              <a:rPr lang="en-US" sz="1800" dirty="0" err="1"/>
              <a:t>få</a:t>
            </a:r>
            <a:r>
              <a:rPr lang="en-US" sz="1800" dirty="0"/>
              <a:t>.</a:t>
            </a:r>
          </a:p>
        </p:txBody>
      </p:sp>
      <p:pic>
        <p:nvPicPr>
          <p:cNvPr id="1026" name="Picture 2" descr="Skal du betale skat af dine drikkepenge? | Samvirke">
            <a:extLst>
              <a:ext uri="{FF2B5EF4-FFF2-40B4-BE49-F238E27FC236}">
                <a16:creationId xmlns:a16="http://schemas.microsoft.com/office/drawing/2014/main" id="{37F9CBF3-E009-1191-C3DA-24298D316B9D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2543969"/>
            <a:ext cx="5181600" cy="2914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126398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C608BEB-860E-4094-8511-78603564A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050" cy="68580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E0B1742-8419-421E-A60D-B57E90044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2488"/>
            <a:ext cx="2899189" cy="4363844"/>
          </a:xfrm>
        </p:spPr>
        <p:txBody>
          <a:bodyPr anchor="t">
            <a:normAutofit/>
          </a:bodyPr>
          <a:lstStyle/>
          <a:p>
            <a:r>
              <a:rPr lang="da-DK" sz="4000">
                <a:solidFill>
                  <a:srgbClr val="FFFFFF"/>
                </a:solidFill>
              </a:rPr>
              <a:t>Evaluering af Modeller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F3DAFF5B-CFD1-CB1F-14ED-A3E100A2B0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80855" y="1412489"/>
            <a:ext cx="3427283" cy="43638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a-DK" sz="2000"/>
              <a:t>Decision Tree</a:t>
            </a:r>
          </a:p>
          <a:p>
            <a:pPr lvl="1"/>
            <a:r>
              <a:rPr lang="da-DK" sz="2000"/>
              <a:t>Lærer regler fra data:</a:t>
            </a:r>
            <a:br>
              <a:rPr lang="da-DK" sz="2000"/>
            </a:br>
            <a:r>
              <a:rPr lang="da-DK" sz="2000"/>
              <a:t>”Hvis alder &lt; 10 så overlever personen”</a:t>
            </a:r>
          </a:p>
          <a:p>
            <a:pPr lvl="1"/>
            <a:r>
              <a:rPr lang="da-DK" sz="2000"/>
              <a:t>Bruges når man vil forstå beslutningerne.</a:t>
            </a:r>
          </a:p>
          <a:p>
            <a:pPr lvl="1"/>
            <a:r>
              <a:rPr lang="da-DK" sz="2000"/>
              <a:t>Kan overfitte fordi den lærer reglerne for præcist. (Som eleven er lærer af gamle opgaver)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F16A8D4-FE87-4604-88B2-394B5D1EB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29871" y="1412488"/>
            <a:ext cx="0" cy="36576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610EB599-33F1-42A2-9A1E-BFBE945111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51604" y="1412489"/>
            <a:ext cx="3197701" cy="43638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a-DK" sz="2000"/>
              <a:t>K-Nearest Neighbors (KNN)</a:t>
            </a:r>
          </a:p>
          <a:p>
            <a:pPr lvl="1"/>
            <a:r>
              <a:rPr lang="da-DK" sz="2000"/>
              <a:t>Finder de nærmeste naboer i data og stemmer om klassen</a:t>
            </a:r>
          </a:p>
          <a:p>
            <a:pPr lvl="1"/>
            <a:r>
              <a:rPr lang="da-DK" sz="2000"/>
              <a:t>Bruges når data er simple og små</a:t>
            </a:r>
          </a:p>
          <a:p>
            <a:pPr lvl="1"/>
            <a:r>
              <a:rPr lang="da-DK" sz="2000"/>
              <a:t>Bliver tung og upræcis ved store datamængder.</a:t>
            </a:r>
          </a:p>
        </p:txBody>
      </p:sp>
    </p:spTree>
    <p:extLst>
      <p:ext uri="{BB962C8B-B14F-4D97-AF65-F5344CB8AC3E}">
        <p14:creationId xmlns:p14="http://schemas.microsoft.com/office/powerpoint/2010/main" val="69957936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9D8E43-1E96-0E27-A870-F94F0C414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Decision Tree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9559A4E6-3B09-FB68-82CD-3B1A0E0490A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da-DK" dirty="0"/>
              <a:t>Modellen lærer i </a:t>
            </a:r>
            <a:r>
              <a:rPr lang="da-DK" dirty="0" err="1"/>
              <a:t>if-else</a:t>
            </a:r>
            <a:r>
              <a:rPr lang="da-DK" dirty="0"/>
              <a:t> regler for at skelne mellem klasserne. Den opdeler data i grene som så leder ud til et blad(klassifikationen.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4C17AD1-74D7-9E3D-39A5-337B2E7A3B6F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2370324"/>
            <a:ext cx="5181600" cy="3261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364812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4EEDEF-FFE8-3120-00C1-F34F73F72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K-Nearest </a:t>
            </a:r>
            <a:r>
              <a:rPr lang="da-DK" dirty="0" err="1"/>
              <a:t>Neighbors</a:t>
            </a:r>
            <a:r>
              <a:rPr lang="da-DK" dirty="0"/>
              <a:t> (KNN)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FC521744-54AF-E012-3495-4B02E879AF4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da-DK" dirty="0"/>
              <a:t>Modellen husker alle datapunkter og spørger: Hvilket K punkter ligger tættest på den nye data?</a:t>
            </a:r>
            <a:br>
              <a:rPr lang="da-DK" dirty="0"/>
            </a:br>
            <a:r>
              <a:rPr lang="da-DK" dirty="0"/>
              <a:t>Der hvor den nye data passer bedst ind, der bliver den klassificeret. </a:t>
            </a:r>
          </a:p>
          <a:p>
            <a:endParaRPr lang="da-DK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69B250F1-A14C-0A0D-D60B-77021EB142C1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2543642"/>
            <a:ext cx="5181600" cy="2915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088791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6BAE39-61A1-AA4D-4018-037C0B48C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Cross </a:t>
            </a:r>
            <a:r>
              <a:rPr lang="da-DK" dirty="0" err="1"/>
              <a:t>Validation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CDF33EE3-CA91-4D31-57F2-5A7CFB8997E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da-DK" dirty="0"/>
              <a:t>Her kører vi flere test på kryds og tværs af modellen og giver os gennemsnittet på testene.</a:t>
            </a:r>
          </a:p>
          <a:p>
            <a:r>
              <a:rPr lang="da-DK" dirty="0"/>
              <a:t>Hvorimod vores </a:t>
            </a:r>
            <a:r>
              <a:rPr lang="da-DK" dirty="0" err="1"/>
              <a:t>train</a:t>
            </a:r>
            <a:r>
              <a:rPr lang="da-DK" dirty="0"/>
              <a:t>/test-split kun kører en gang på det vi har sat den til.</a:t>
            </a:r>
          </a:p>
          <a:p>
            <a:r>
              <a:rPr lang="da-DK" dirty="0"/>
              <a:t>5 split er godt til CV, 10 kan give en finere inddeling. Men jo større datasæt jo langsommere. 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9853D6B4-3E0C-4719-321E-5800871EE75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7670839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A85E2F-4710-BA8A-46E1-064CF1F02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Learning Curve</a:t>
            </a:r>
            <a:endParaRPr lang="da-DK" dirty="0"/>
          </a:p>
        </p:txBody>
      </p:sp>
      <p:pic>
        <p:nvPicPr>
          <p:cNvPr id="8" name="Pladsholder til indhold 7">
            <a:extLst>
              <a:ext uri="{FF2B5EF4-FFF2-40B4-BE49-F238E27FC236}">
                <a16:creationId xmlns:a16="http://schemas.microsoft.com/office/drawing/2014/main" id="{B09859FA-3007-D572-0694-7FC1234E43A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838200" y="2274094"/>
            <a:ext cx="5181600" cy="3454400"/>
          </a:xfrm>
          <a:prstGeom prst="rect">
            <a:avLst/>
          </a:prstGeom>
        </p:spPr>
      </p:pic>
      <p:pic>
        <p:nvPicPr>
          <p:cNvPr id="6" name="Pladsholder til indhold 5">
            <a:extLst>
              <a:ext uri="{FF2B5EF4-FFF2-40B4-BE49-F238E27FC236}">
                <a16:creationId xmlns:a16="http://schemas.microsoft.com/office/drawing/2014/main" id="{80C6E2C3-AE28-665E-0E57-6B71AC1014B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6172200" y="2446814"/>
            <a:ext cx="5181600" cy="3108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82606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1AA137E-9204-D6C4-6E0C-C02594692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Gennem Gang af Titinicv2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7A5D68C6-8652-8F93-49C4-08D113A2A77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0F2615C1-61DE-C080-9306-6FD8C9DA6D1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713435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5AC543-A2E3-6ADB-A67C-A979ED76B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CF37CEB-E6B6-91CB-86D7-D88122C3A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 err="1"/>
              <a:t>Opgave</a:t>
            </a:r>
            <a:r>
              <a:rPr lang="en-US" sz="5400" dirty="0"/>
              <a:t> </a:t>
            </a:r>
            <a:r>
              <a:rPr lang="en-US" sz="5400" dirty="0" err="1"/>
              <a:t>tid</a:t>
            </a:r>
            <a:endParaRPr lang="en-US" sz="5400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17284A7A-46B3-E017-1F87-07A49836A2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501963"/>
            <a:ext cx="4243589" cy="3320668"/>
          </a:xfrm>
        </p:spPr>
        <p:txBody>
          <a:bodyPr vert="horz" lIns="91440" tIns="45720" rIns="91440" bIns="45720" rtlCol="0">
            <a:normAutofit fontScale="70000" lnSpcReduction="20000"/>
          </a:bodyPr>
          <a:lstStyle/>
          <a:p>
            <a:pPr marL="0" indent="0">
              <a:buNone/>
            </a:pPr>
            <a:r>
              <a:rPr lang="en-US" sz="2200" dirty="0"/>
              <a:t>I </a:t>
            </a:r>
            <a:r>
              <a:rPr lang="en-US" sz="2200" dirty="0" err="1"/>
              <a:t>skal</a:t>
            </a:r>
            <a:r>
              <a:rPr lang="en-US" sz="2200" dirty="0"/>
              <a:t>:</a:t>
            </a:r>
          </a:p>
          <a:p>
            <a:pPr lvl="1"/>
            <a:r>
              <a:rPr lang="en-US" sz="1800" dirty="0"/>
              <a:t>import seaborn as </a:t>
            </a:r>
            <a:r>
              <a:rPr lang="en-US" sz="1800" dirty="0" err="1"/>
              <a:t>sns</a:t>
            </a:r>
            <a:br>
              <a:rPr lang="en-US" sz="1800" dirty="0"/>
            </a:br>
            <a:r>
              <a:rPr lang="en-US" sz="1800" dirty="0"/>
              <a:t>data = </a:t>
            </a:r>
            <a:r>
              <a:rPr lang="en-US" sz="1800" dirty="0" err="1"/>
              <a:t>sns.load_dataset</a:t>
            </a:r>
            <a:r>
              <a:rPr lang="en-US" sz="1800" dirty="0"/>
              <a:t>("penguins“)</a:t>
            </a:r>
          </a:p>
          <a:p>
            <a:pPr lvl="1"/>
            <a:r>
              <a:rPr lang="en-US" sz="1800" dirty="0" err="1"/>
              <a:t>Udforsk</a:t>
            </a:r>
            <a:r>
              <a:rPr lang="en-US" sz="1800" dirty="0"/>
              <a:t> </a:t>
            </a:r>
            <a:r>
              <a:rPr lang="en-US" sz="1800" dirty="0" err="1"/>
              <a:t>dataen</a:t>
            </a:r>
            <a:r>
              <a:rPr lang="en-US" sz="1800" dirty="0"/>
              <a:t>.</a:t>
            </a:r>
          </a:p>
          <a:p>
            <a:pPr lvl="1"/>
            <a:r>
              <a:rPr lang="en-US" sz="1800" dirty="0"/>
              <a:t>Rens </a:t>
            </a:r>
            <a:r>
              <a:rPr lang="en-US" sz="1800" dirty="0" err="1"/>
              <a:t>dataen</a:t>
            </a:r>
            <a:r>
              <a:rPr lang="en-US" sz="1800" dirty="0"/>
              <a:t>, </a:t>
            </a:r>
            <a:r>
              <a:rPr lang="en-US" sz="1800" dirty="0" err="1"/>
              <a:t>fjern</a:t>
            </a:r>
            <a:r>
              <a:rPr lang="en-US" sz="1800" dirty="0"/>
              <a:t> </a:t>
            </a:r>
            <a:r>
              <a:rPr lang="en-US" sz="1800" dirty="0" err="1"/>
              <a:t>eller</a:t>
            </a:r>
            <a:r>
              <a:rPr lang="en-US" sz="1800" dirty="0"/>
              <a:t> </a:t>
            </a:r>
            <a:r>
              <a:rPr lang="en-US" sz="1800" dirty="0" err="1"/>
              <a:t>udfyld</a:t>
            </a:r>
            <a:r>
              <a:rPr lang="en-US" sz="1800" dirty="0"/>
              <a:t> </a:t>
            </a:r>
            <a:r>
              <a:rPr lang="en-US" sz="1800" dirty="0" err="1"/>
              <a:t>mangelende</a:t>
            </a:r>
            <a:r>
              <a:rPr lang="en-US" sz="1800" dirty="0"/>
              <a:t> </a:t>
            </a:r>
            <a:r>
              <a:rPr lang="en-US" sz="1800" dirty="0" err="1"/>
              <a:t>værdier</a:t>
            </a:r>
            <a:r>
              <a:rPr lang="en-US" sz="1800" dirty="0"/>
              <a:t>. ( .</a:t>
            </a:r>
            <a:r>
              <a:rPr lang="en-US" sz="1800" dirty="0" err="1"/>
              <a:t>dropna</a:t>
            </a:r>
            <a:r>
              <a:rPr lang="en-US" sz="1800" dirty="0"/>
              <a:t>() </a:t>
            </a:r>
            <a:r>
              <a:rPr lang="en-US" sz="1800" dirty="0" err="1"/>
              <a:t>eller</a:t>
            </a:r>
            <a:r>
              <a:rPr lang="en-US" sz="1800" dirty="0"/>
              <a:t> </a:t>
            </a:r>
            <a:r>
              <a:rPr lang="en-US" sz="1800" dirty="0" err="1"/>
              <a:t>fillna</a:t>
            </a:r>
            <a:r>
              <a:rPr lang="en-US" sz="1800" dirty="0"/>
              <a:t>()</a:t>
            </a:r>
            <a:br>
              <a:rPr lang="en-US" sz="1800" dirty="0"/>
            </a:br>
            <a:r>
              <a:rPr lang="en-US" sz="1800" dirty="0" err="1"/>
              <a:t>Konverter</a:t>
            </a:r>
            <a:r>
              <a:rPr lang="en-US" sz="1800" dirty="0"/>
              <a:t> Sex </a:t>
            </a:r>
            <a:r>
              <a:rPr lang="en-US" sz="1800" dirty="0" err="1"/>
              <a:t>til</a:t>
            </a:r>
            <a:r>
              <a:rPr lang="en-US" sz="1800" dirty="0"/>
              <a:t> </a:t>
            </a:r>
            <a:r>
              <a:rPr lang="en-US" sz="1800" dirty="0" err="1"/>
              <a:t>numeriske</a:t>
            </a:r>
            <a:r>
              <a:rPr lang="en-US" sz="1800" dirty="0"/>
              <a:t> </a:t>
            </a:r>
            <a:r>
              <a:rPr lang="en-US" sz="1800" dirty="0" err="1"/>
              <a:t>værdier</a:t>
            </a:r>
            <a:r>
              <a:rPr lang="en-US" sz="1800" dirty="0"/>
              <a:t>.</a:t>
            </a:r>
          </a:p>
          <a:p>
            <a:pPr lvl="1"/>
            <a:r>
              <a:rPr lang="en-US" sz="1800" dirty="0"/>
              <a:t>Split data</a:t>
            </a:r>
          </a:p>
          <a:p>
            <a:pPr lvl="1"/>
            <a:r>
              <a:rPr lang="en-US" sz="1800" dirty="0" err="1"/>
              <a:t>Træn</a:t>
            </a:r>
            <a:r>
              <a:rPr lang="en-US" sz="1800" dirty="0"/>
              <a:t> modeler</a:t>
            </a:r>
          </a:p>
          <a:p>
            <a:pPr lvl="2"/>
            <a:r>
              <a:rPr lang="en-US" sz="1400" dirty="0" err="1"/>
              <a:t>DecisionTreeClassifier</a:t>
            </a:r>
            <a:r>
              <a:rPr lang="en-US" sz="1400" dirty="0"/>
              <a:t>(</a:t>
            </a:r>
            <a:r>
              <a:rPr lang="en-US" sz="1400" dirty="0" err="1"/>
              <a:t>max_depth</a:t>
            </a:r>
            <a:r>
              <a:rPr lang="en-US" sz="1400" dirty="0"/>
              <a:t>=3)</a:t>
            </a:r>
          </a:p>
          <a:p>
            <a:pPr lvl="2"/>
            <a:r>
              <a:rPr lang="en-US" sz="1400" dirty="0" err="1"/>
              <a:t>KneighborsClassifier</a:t>
            </a:r>
            <a:r>
              <a:rPr lang="en-US" sz="1400" dirty="0"/>
              <a:t>(</a:t>
            </a:r>
            <a:r>
              <a:rPr lang="en-US" sz="1400" dirty="0" err="1"/>
              <a:t>n_neighbors</a:t>
            </a:r>
            <a:r>
              <a:rPr lang="en-US" sz="1400" dirty="0"/>
              <a:t>=5)</a:t>
            </a:r>
          </a:p>
          <a:p>
            <a:pPr lvl="1"/>
            <a:r>
              <a:rPr lang="en-US" sz="1800" dirty="0" err="1"/>
              <a:t>Evaluer</a:t>
            </a:r>
            <a:r>
              <a:rPr lang="en-US" sz="1800" dirty="0"/>
              <a:t> </a:t>
            </a:r>
            <a:r>
              <a:rPr lang="en-US" sz="1800" dirty="0" err="1"/>
              <a:t>modellerne</a:t>
            </a:r>
            <a:endParaRPr lang="en-US" sz="1800" dirty="0"/>
          </a:p>
          <a:p>
            <a:pPr lvl="2"/>
            <a:r>
              <a:rPr lang="en-US" sz="1400" dirty="0" err="1"/>
              <a:t>Accuracy_score</a:t>
            </a:r>
            <a:r>
              <a:rPr lang="en-US" sz="1400" dirty="0"/>
              <a:t>, </a:t>
            </a:r>
            <a:r>
              <a:rPr lang="en-US" sz="1400" dirty="0" err="1"/>
              <a:t>confusion_matrix</a:t>
            </a:r>
            <a:r>
              <a:rPr lang="en-US" sz="1400" dirty="0"/>
              <a:t>, </a:t>
            </a:r>
            <a:r>
              <a:rPr lang="en-US" sz="1400" dirty="0" err="1"/>
              <a:t>classification_report</a:t>
            </a:r>
            <a:endParaRPr lang="en-US" sz="1400" dirty="0"/>
          </a:p>
          <a:p>
            <a:pPr lvl="1"/>
            <a:r>
              <a:rPr lang="en-US" sz="1800" dirty="0"/>
              <a:t>Test for overfitting (</a:t>
            </a:r>
            <a:r>
              <a:rPr lang="en-US" sz="1800" dirty="0" err="1"/>
              <a:t>prøv</a:t>
            </a:r>
            <a:r>
              <a:rPr lang="en-US" sz="1800" dirty="0"/>
              <a:t> </a:t>
            </a:r>
            <a:r>
              <a:rPr lang="en-US" sz="1800" dirty="0" err="1"/>
              <a:t>forskellige</a:t>
            </a:r>
            <a:r>
              <a:rPr lang="en-US" sz="1800" dirty="0"/>
              <a:t> </a:t>
            </a:r>
            <a:r>
              <a:rPr lang="en-US" sz="1800" dirty="0" err="1"/>
              <a:t>max_depth</a:t>
            </a:r>
            <a:r>
              <a:rPr lang="en-US" sz="1800" dirty="0"/>
              <a:t> </a:t>
            </a:r>
            <a:r>
              <a:rPr lang="en-US" sz="1800" dirty="0" err="1"/>
              <a:t>eller</a:t>
            </a:r>
            <a:r>
              <a:rPr lang="en-US" sz="1800" dirty="0"/>
              <a:t> neighbors </a:t>
            </a:r>
            <a:r>
              <a:rPr lang="en-US" sz="1800" dirty="0" err="1"/>
              <a:t>og</a:t>
            </a:r>
            <a:r>
              <a:rPr lang="en-US" sz="1800" dirty="0"/>
              <a:t> se </a:t>
            </a:r>
            <a:r>
              <a:rPr lang="en-US" sz="1800" dirty="0" err="1"/>
              <a:t>effekten</a:t>
            </a:r>
            <a:r>
              <a:rPr lang="en-US" sz="1800" dirty="0"/>
              <a:t>.</a:t>
            </a:r>
          </a:p>
          <a:p>
            <a:pPr lvl="1"/>
            <a:r>
              <a:rPr lang="en-US" sz="1800" dirty="0"/>
              <a:t>Brug cross validation</a:t>
            </a:r>
          </a:p>
          <a:p>
            <a:pPr lvl="1"/>
            <a:r>
              <a:rPr lang="en-US" sz="1800" dirty="0"/>
              <a:t>Brug </a:t>
            </a:r>
            <a:r>
              <a:rPr lang="en-US" sz="1800" dirty="0" err="1"/>
              <a:t>en</a:t>
            </a:r>
            <a:r>
              <a:rPr lang="en-US" sz="1800" dirty="0"/>
              <a:t> learning curve</a:t>
            </a:r>
          </a:p>
          <a:p>
            <a:pPr lvl="1"/>
            <a:endParaRPr lang="en-US" sz="1800" dirty="0"/>
          </a:p>
          <a:p>
            <a:pPr marL="457200" lvl="1" indent="0">
              <a:buNone/>
            </a:pPr>
            <a:endParaRPr lang="en-US" sz="1800" dirty="0"/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07120873-216C-6592-D3F8-CF57E618C7F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51231597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512467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BD0A238-066B-0C39-7EB0-B0BB4F64F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3467"/>
            <a:ext cx="2951205" cy="5571066"/>
          </a:xfrm>
        </p:spPr>
        <p:txBody>
          <a:bodyPr>
            <a:normAutofit/>
          </a:bodyPr>
          <a:lstStyle/>
          <a:p>
            <a:r>
              <a:rPr lang="da-DK">
                <a:solidFill>
                  <a:srgbClr val="FFFFFF"/>
                </a:solidFill>
              </a:rPr>
              <a:t>Clustering</a:t>
            </a:r>
          </a:p>
        </p:txBody>
      </p:sp>
      <p:graphicFrame>
        <p:nvGraphicFramePr>
          <p:cNvPr id="5" name="Pladsholder til indhold 2">
            <a:extLst>
              <a:ext uri="{FF2B5EF4-FFF2-40B4-BE49-F238E27FC236}">
                <a16:creationId xmlns:a16="http://schemas.microsoft.com/office/drawing/2014/main" id="{120C2CA1-AC5D-2E79-48D1-E533CF1954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79005649"/>
              </p:ext>
            </p:extLst>
          </p:nvPr>
        </p:nvGraphicFramePr>
        <p:xfrm>
          <a:off x="5207640" y="643466"/>
          <a:ext cx="6291714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3537886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546264-D981-D999-9CBA-9EBF601EA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Hvorfor Clustering?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F2DD3E06-0CDD-F52A-25E8-AF9751C413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Vi kan få modellen til at finde et mønster ud fra data vi ikke selv kan se. </a:t>
            </a:r>
          </a:p>
          <a:p>
            <a:pPr lvl="1"/>
            <a:r>
              <a:rPr lang="da-DK" dirty="0" err="1"/>
              <a:t>F.eks</a:t>
            </a:r>
            <a:r>
              <a:rPr lang="da-DK" dirty="0"/>
              <a:t> Kan den gruppere kunders opførsel baseret på indkøbs mønstre eller hvordan de bruger en hjemmeside.</a:t>
            </a:r>
          </a:p>
          <a:p>
            <a:pPr lvl="1"/>
            <a:r>
              <a:rPr lang="da-DK" dirty="0"/>
              <a:t>Finde anomalier: Når </a:t>
            </a:r>
            <a:r>
              <a:rPr lang="da-DK" dirty="0" err="1"/>
              <a:t>dataen</a:t>
            </a:r>
            <a:r>
              <a:rPr lang="da-DK" dirty="0"/>
              <a:t> er i en cluster så kan </a:t>
            </a:r>
            <a:r>
              <a:rPr lang="da-DK" dirty="0" err="1"/>
              <a:t>outliers</a:t>
            </a:r>
            <a:r>
              <a:rPr lang="da-DK" dirty="0"/>
              <a:t> nemmere identificeret. </a:t>
            </a:r>
            <a:r>
              <a:rPr lang="da-DK" dirty="0" err="1"/>
              <a:t>F.eks</a:t>
            </a:r>
            <a:r>
              <a:rPr lang="da-DK" dirty="0"/>
              <a:t> kræft.</a:t>
            </a:r>
          </a:p>
        </p:txBody>
      </p:sp>
    </p:spTree>
    <p:extLst>
      <p:ext uri="{BB962C8B-B14F-4D97-AF65-F5344CB8AC3E}">
        <p14:creationId xmlns:p14="http://schemas.microsoft.com/office/powerpoint/2010/main" val="136399503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49A0F6-15FA-E829-FCB4-E2857D3AB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Cluster </a:t>
            </a:r>
            <a:r>
              <a:rPr lang="da-DK" dirty="0" err="1"/>
              <a:t>vs</a:t>
            </a:r>
            <a:r>
              <a:rPr lang="da-DK" dirty="0"/>
              <a:t> </a:t>
            </a:r>
            <a:r>
              <a:rPr lang="da-DK" dirty="0" err="1"/>
              <a:t>Classification</a:t>
            </a:r>
            <a:endParaRPr lang="da-DK" dirty="0"/>
          </a:p>
        </p:txBody>
      </p:sp>
      <p:sp>
        <p:nvSpPr>
          <p:cNvPr id="6" name="Pladsholder til tekst 5">
            <a:extLst>
              <a:ext uri="{FF2B5EF4-FFF2-40B4-BE49-F238E27FC236}">
                <a16:creationId xmlns:a16="http://schemas.microsoft.com/office/drawing/2014/main" id="{9B99A183-C86B-8623-94D0-7B56593CB7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Cluster</a:t>
            </a:r>
          </a:p>
        </p:txBody>
      </p:sp>
      <p:sp>
        <p:nvSpPr>
          <p:cNvPr id="7" name="Pladsholder til indhold 6">
            <a:extLst>
              <a:ext uri="{FF2B5EF4-FFF2-40B4-BE49-F238E27FC236}">
                <a16:creationId xmlns:a16="http://schemas.microsoft.com/office/drawing/2014/main" id="{A2FDF3FE-094D-2481-675A-5BAE32B8A63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da-DK" dirty="0" err="1"/>
              <a:t>Unsupervised</a:t>
            </a:r>
            <a:r>
              <a:rPr lang="da-DK" dirty="0"/>
              <a:t>.</a:t>
            </a:r>
          </a:p>
          <a:p>
            <a:r>
              <a:rPr lang="da-DK" dirty="0"/>
              <a:t>Finder mønstre eller grupper i data uden at kende etiketterne på forhånd.</a:t>
            </a:r>
          </a:p>
          <a:p>
            <a:r>
              <a:rPr lang="da-DK" dirty="0"/>
              <a:t>Du har ikke-</a:t>
            </a:r>
            <a:r>
              <a:rPr lang="da-DK" dirty="0" err="1"/>
              <a:t>labeled</a:t>
            </a:r>
            <a:r>
              <a:rPr lang="da-DK" dirty="0"/>
              <a:t> data. Modellen opdager selv strukturer i data.</a:t>
            </a:r>
          </a:p>
          <a:p>
            <a:r>
              <a:rPr lang="da-DK" dirty="0"/>
              <a:t>Du træner den ikke til at genkende et mønster, du lader den opdage et mønster.</a:t>
            </a:r>
          </a:p>
        </p:txBody>
      </p:sp>
      <p:sp>
        <p:nvSpPr>
          <p:cNvPr id="8" name="Pladsholder til tekst 7">
            <a:extLst>
              <a:ext uri="{FF2B5EF4-FFF2-40B4-BE49-F238E27FC236}">
                <a16:creationId xmlns:a16="http://schemas.microsoft.com/office/drawing/2014/main" id="{A038ABB6-A3D3-EF2A-4F4A-B760A5F585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da-DK" dirty="0" err="1"/>
              <a:t>Classification</a:t>
            </a:r>
            <a:endParaRPr lang="da-DK" dirty="0"/>
          </a:p>
        </p:txBody>
      </p:sp>
      <p:sp>
        <p:nvSpPr>
          <p:cNvPr id="9" name="Pladsholder til indhold 8">
            <a:extLst>
              <a:ext uri="{FF2B5EF4-FFF2-40B4-BE49-F238E27FC236}">
                <a16:creationId xmlns:a16="http://schemas.microsoft.com/office/drawing/2014/main" id="{817B7427-88FB-4799-DF47-857B0C71496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92500" lnSpcReduction="10000"/>
          </a:bodyPr>
          <a:lstStyle/>
          <a:p>
            <a:r>
              <a:rPr lang="da-DK" dirty="0" err="1"/>
              <a:t>Supervised</a:t>
            </a:r>
            <a:r>
              <a:rPr lang="da-DK" dirty="0"/>
              <a:t>.</a:t>
            </a:r>
          </a:p>
          <a:p>
            <a:r>
              <a:rPr lang="da-DK" dirty="0"/>
              <a:t>At forudsige en kendt kategori baseret på tidligere eksempler.</a:t>
            </a:r>
          </a:p>
          <a:p>
            <a:r>
              <a:rPr lang="da-DK" dirty="0"/>
              <a:t>Du har </a:t>
            </a:r>
            <a:r>
              <a:rPr lang="da-DK" dirty="0" err="1"/>
              <a:t>labeled</a:t>
            </a:r>
            <a:r>
              <a:rPr lang="da-DK" dirty="0"/>
              <a:t> data. Du kender klasserne/kategorierne.</a:t>
            </a:r>
          </a:p>
          <a:p>
            <a:r>
              <a:rPr lang="da-DK" dirty="0"/>
              <a:t>Du træner den i at genkende mønster ud fra de kende klasser.</a:t>
            </a:r>
          </a:p>
        </p:txBody>
      </p:sp>
    </p:spTree>
    <p:extLst>
      <p:ext uri="{BB962C8B-B14F-4D97-AF65-F5344CB8AC3E}">
        <p14:creationId xmlns:p14="http://schemas.microsoft.com/office/powerpoint/2010/main" val="352240703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FEB69216-AA90-8ABE-2F8A-79801EB62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K Means Clustering</a:t>
            </a:r>
          </a:p>
        </p:txBody>
      </p:sp>
      <p:sp>
        <p:nvSpPr>
          <p:cNvPr id="8" name="Pladsholder til indhold 7">
            <a:extLst>
              <a:ext uri="{FF2B5EF4-FFF2-40B4-BE49-F238E27FC236}">
                <a16:creationId xmlns:a16="http://schemas.microsoft.com/office/drawing/2014/main" id="{5A3588BD-E7F3-8FA1-4722-6629471169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da-DK" dirty="0"/>
              <a:t>Opdel data i k (cluster) hvor punkter ligner hinanden mest muligt.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Hvordan fungere det?</a:t>
            </a:r>
          </a:p>
          <a:p>
            <a:pPr marL="514350" indent="-514350">
              <a:buFont typeface="+mj-lt"/>
              <a:buAutoNum type="arabicPeriod"/>
            </a:pPr>
            <a:r>
              <a:rPr lang="da-DK" dirty="0"/>
              <a:t>Vi vælger hvor mange cluster vi vil have.</a:t>
            </a:r>
          </a:p>
          <a:p>
            <a:pPr marL="514350" indent="-514350">
              <a:buFont typeface="+mj-lt"/>
              <a:buAutoNum type="arabicPeriod"/>
            </a:pPr>
            <a:r>
              <a:rPr lang="da-DK" dirty="0"/>
              <a:t>Modellen vælger tilfældige startpunkter (</a:t>
            </a:r>
            <a:r>
              <a:rPr lang="da-DK" dirty="0" err="1"/>
              <a:t>centroider</a:t>
            </a:r>
            <a:r>
              <a:rPr lang="da-DK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da-DK" dirty="0"/>
              <a:t>Hvert data punkt tildeles en </a:t>
            </a:r>
            <a:r>
              <a:rPr lang="da-DK" dirty="0" err="1"/>
              <a:t>centroide</a:t>
            </a:r>
            <a:r>
              <a:rPr lang="da-DK" dirty="0"/>
              <a:t>, som er tættest på den.</a:t>
            </a:r>
          </a:p>
          <a:p>
            <a:pPr marL="514350" indent="-514350">
              <a:buFont typeface="+mj-lt"/>
              <a:buAutoNum type="arabicPeriod"/>
            </a:pPr>
            <a:r>
              <a:rPr lang="da-DK" dirty="0"/>
              <a:t>Når alle punkter er sat flytte </a:t>
            </a:r>
            <a:r>
              <a:rPr lang="da-DK" dirty="0" err="1"/>
              <a:t>centroiden</a:t>
            </a:r>
            <a:r>
              <a:rPr lang="da-DK" dirty="0"/>
              <a:t> til ”midten” af clusteret (gennemsnittelige punkt).</a:t>
            </a:r>
          </a:p>
          <a:p>
            <a:pPr marL="514350" indent="-514350">
              <a:buFont typeface="+mj-lt"/>
              <a:buAutoNum type="arabicPeriod"/>
            </a:pPr>
            <a:r>
              <a:rPr lang="da-DK" dirty="0"/>
              <a:t>Processen gentages indtil </a:t>
            </a:r>
            <a:r>
              <a:rPr lang="da-DK" dirty="0" err="1"/>
              <a:t>clusteren</a:t>
            </a:r>
            <a:r>
              <a:rPr lang="da-DK" dirty="0"/>
              <a:t> stabiliseret.</a:t>
            </a:r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87443152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04592BDD-59A1-65B3-56D6-BE5E7E164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Inertia &amp; Silhouette Score i K-Means</a:t>
            </a:r>
            <a:endParaRPr lang="da-DK" dirty="0"/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8345D8FE-8F6F-56A6-15B8-76CF13347B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Inertia(trænghed)</a:t>
            </a:r>
            <a:endParaRPr lang="da-DK" dirty="0"/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EE901B42-ED6A-2AA1-9BDD-D4D25989FF0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/>
          </a:bodyPr>
          <a:lstStyle/>
          <a:p>
            <a:r>
              <a:rPr lang="da-DK" dirty="0"/>
              <a:t>Måler hvor tæt punkterne ligger på deres cluster center.</a:t>
            </a:r>
          </a:p>
          <a:p>
            <a:r>
              <a:rPr lang="da-DK" dirty="0"/>
              <a:t>Lav </a:t>
            </a:r>
            <a:r>
              <a:rPr lang="da-DK" dirty="0" err="1"/>
              <a:t>inertia</a:t>
            </a:r>
            <a:r>
              <a:rPr lang="da-DK" dirty="0"/>
              <a:t> er lig med tætte cluster. Hvilket er godt.</a:t>
            </a:r>
          </a:p>
          <a:p>
            <a:r>
              <a:rPr lang="da-DK" dirty="0"/>
              <a:t>Bruges i </a:t>
            </a:r>
            <a:r>
              <a:rPr lang="da-DK" dirty="0" err="1"/>
              <a:t>Elbow</a:t>
            </a:r>
            <a:r>
              <a:rPr lang="da-DK" dirty="0"/>
              <a:t> Method til at finde punktet, hvor flere cluster ikke længere forbedrer modellen markant.</a:t>
            </a:r>
          </a:p>
        </p:txBody>
      </p:sp>
      <p:sp>
        <p:nvSpPr>
          <p:cNvPr id="7" name="Pladsholder til tekst 6">
            <a:extLst>
              <a:ext uri="{FF2B5EF4-FFF2-40B4-BE49-F238E27FC236}">
                <a16:creationId xmlns:a16="http://schemas.microsoft.com/office/drawing/2014/main" id="{3104B485-6445-E92A-731D-1EB41C74F2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it-IT" dirty="0"/>
              <a:t>Silhouette</a:t>
            </a:r>
            <a:endParaRPr lang="da-DK" dirty="0"/>
          </a:p>
        </p:txBody>
      </p:sp>
      <p:sp>
        <p:nvSpPr>
          <p:cNvPr id="8" name="Pladsholder til indhold 7">
            <a:extLst>
              <a:ext uri="{FF2B5EF4-FFF2-40B4-BE49-F238E27FC236}">
                <a16:creationId xmlns:a16="http://schemas.microsoft.com/office/drawing/2014/main" id="{A4DA7AEC-F87D-1DA6-D569-91D273EF3F17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92500"/>
          </a:bodyPr>
          <a:lstStyle/>
          <a:p>
            <a:r>
              <a:rPr lang="da-DK" dirty="0"/>
              <a:t>Måler hvor godt punkterne passer i deres cluster sammenlignet med nabo cluster.</a:t>
            </a:r>
          </a:p>
          <a:p>
            <a:r>
              <a:rPr lang="da-DK" dirty="0"/>
              <a:t>Værdier mellem -1 og 1:</a:t>
            </a:r>
          </a:p>
          <a:p>
            <a:pPr lvl="1"/>
            <a:r>
              <a:rPr lang="da-DK" dirty="0"/>
              <a:t>1 Punktet sidder godt i deres cluster.</a:t>
            </a:r>
          </a:p>
          <a:p>
            <a:pPr lvl="1"/>
            <a:r>
              <a:rPr lang="da-DK" dirty="0"/>
              <a:t>0 Punktet ligger mellem to clusters.</a:t>
            </a:r>
          </a:p>
          <a:p>
            <a:pPr lvl="1"/>
            <a:r>
              <a:rPr lang="da-DK" dirty="0"/>
              <a:t>-1 punktet ligger i den forkerte cluster.</a:t>
            </a:r>
          </a:p>
          <a:p>
            <a:pPr lvl="1"/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53347640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0">
            <a:extLst>
              <a:ext uri="{FF2B5EF4-FFF2-40B4-BE49-F238E27FC236}">
                <a16:creationId xmlns:a16="http://schemas.microsoft.com/office/drawing/2014/main" id="{7A9E3E11-F763-42C2-465E-6CD4B7DC5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a-DK"/>
          </a:p>
        </p:txBody>
      </p:sp>
      <p:pic>
        <p:nvPicPr>
          <p:cNvPr id="10" name="Pladsholder til indhold 9">
            <a:extLst>
              <a:ext uri="{FF2B5EF4-FFF2-40B4-BE49-F238E27FC236}">
                <a16:creationId xmlns:a16="http://schemas.microsoft.com/office/drawing/2014/main" id="{D4D044BB-BEC8-E740-C0E4-61183C0E86C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382044"/>
            <a:ext cx="5181600" cy="3238499"/>
          </a:xfrm>
        </p:spPr>
      </p:pic>
      <p:graphicFrame>
        <p:nvGraphicFramePr>
          <p:cNvPr id="13" name="Pladsholder til indhold 12">
            <a:extLst>
              <a:ext uri="{FF2B5EF4-FFF2-40B4-BE49-F238E27FC236}">
                <a16:creationId xmlns:a16="http://schemas.microsoft.com/office/drawing/2014/main" id="{8E89B72F-077A-B6B8-643C-AC9A1993BFC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492822005"/>
              </p:ext>
            </p:extLst>
          </p:nvPr>
        </p:nvGraphicFramePr>
        <p:xfrm>
          <a:off x="6019800" y="1825625"/>
          <a:ext cx="5200893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9194">
                  <a:extLst>
                    <a:ext uri="{9D8B030D-6E8A-4147-A177-3AD203B41FA5}">
                      <a16:colId xmlns:a16="http://schemas.microsoft.com/office/drawing/2014/main" val="3593718506"/>
                    </a:ext>
                  </a:extLst>
                </a:gridCol>
                <a:gridCol w="2157149">
                  <a:extLst>
                    <a:ext uri="{9D8B030D-6E8A-4147-A177-3AD203B41FA5}">
                      <a16:colId xmlns:a16="http://schemas.microsoft.com/office/drawing/2014/main" val="2637582949"/>
                    </a:ext>
                  </a:extLst>
                </a:gridCol>
                <a:gridCol w="2414550">
                  <a:extLst>
                    <a:ext uri="{9D8B030D-6E8A-4147-A177-3AD203B41FA5}">
                      <a16:colId xmlns:a16="http://schemas.microsoft.com/office/drawing/2014/main" val="9857086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dirty="0" err="1"/>
                        <a:t>Inertia</a:t>
                      </a:r>
                      <a:endParaRPr lang="da-DK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a-DK" dirty="0" err="1"/>
                        <a:t>Sihouette</a:t>
                      </a:r>
                      <a:r>
                        <a:rPr lang="da-DK" dirty="0"/>
                        <a:t> Score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99838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389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0.335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01736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295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0.358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0659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205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0.404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33412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170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0.408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12283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134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0.431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45702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121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0.410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21001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114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0.367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73021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0.374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47962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/>
                        <a:t>0.362</a:t>
                      </a:r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67593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801679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0A03878-590C-E094-9BAA-ED6D479B1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Scaling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9216F8FC-A3DC-E4C1-0493-5F5D2E09AD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Sørger for at modellen ikke vægter et feature højere end en anden bare fordi værdi forskellen er stor.</a:t>
            </a:r>
          </a:p>
          <a:p>
            <a:pPr lvl="1"/>
            <a:r>
              <a:rPr lang="da-DK" dirty="0"/>
              <a:t>F.eks. Kan indkomst feature blive vægtet højere end alder feature af modellen fordi indkomst værdien er højst.</a:t>
            </a:r>
          </a:p>
          <a:p>
            <a:r>
              <a:rPr lang="da-DK" dirty="0" err="1"/>
              <a:t>Scaling</a:t>
            </a:r>
            <a:r>
              <a:rPr lang="da-DK" dirty="0"/>
              <a:t> udligner dette.</a:t>
            </a:r>
          </a:p>
        </p:txBody>
      </p:sp>
    </p:spTree>
    <p:extLst>
      <p:ext uri="{BB962C8B-B14F-4D97-AF65-F5344CB8AC3E}">
        <p14:creationId xmlns:p14="http://schemas.microsoft.com/office/powerpoint/2010/main" val="106166178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1B3AD16-4ABB-3705-F0E7-9292BC7D7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Eksempel med </a:t>
            </a:r>
            <a:r>
              <a:rPr lang="da-DK" dirty="0" err="1"/>
              <a:t>Mall</a:t>
            </a:r>
            <a:r>
              <a:rPr lang="da-DK" dirty="0"/>
              <a:t> Customer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CB2CDEF9-63B0-62DD-518A-E644237D26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56676202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EACE4C3-1AC0-DC70-0E9A-A3C435302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Opgaver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C5A5C679-B690-2C7F-6CBE-607B8B2486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da-DK" dirty="0"/>
              <a:t>Prøv at lave en clusters på en følgende(eller dem alle):</a:t>
            </a:r>
            <a:br>
              <a:rPr lang="da-DK" dirty="0"/>
            </a:br>
            <a:endParaRPr lang="da-DK" dirty="0"/>
          </a:p>
          <a:p>
            <a:pPr marL="0" indent="0">
              <a:buNone/>
            </a:pPr>
            <a:r>
              <a:rPr lang="da-DK" dirty="0" err="1"/>
              <a:t>Ecommerce</a:t>
            </a:r>
            <a:endParaRPr lang="da-DK" dirty="0"/>
          </a:p>
          <a:p>
            <a:pPr marL="0" indent="0">
              <a:buNone/>
            </a:pPr>
            <a:r>
              <a:rPr lang="da-DK" dirty="0">
                <a:hlinkClick r:id="rId2"/>
              </a:rPr>
              <a:t>https://www.kaggle.com/datasets/carrie1/ecommerce-data</a:t>
            </a:r>
            <a:endParaRPr lang="da-DK" dirty="0"/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Heart </a:t>
            </a:r>
            <a:r>
              <a:rPr lang="da-DK" dirty="0" err="1"/>
              <a:t>Disease</a:t>
            </a:r>
            <a:endParaRPr lang="da-DK" dirty="0"/>
          </a:p>
          <a:p>
            <a:pPr marL="0" indent="0">
              <a:buNone/>
            </a:pPr>
            <a:r>
              <a:rPr lang="da-DK" dirty="0">
                <a:hlinkClick r:id="rId3"/>
              </a:rPr>
              <a:t>https://www.kaggle.com/datasets/johnsmith88/heart-disease-dataset</a:t>
            </a:r>
            <a:endParaRPr lang="da-DK" dirty="0"/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World </a:t>
            </a:r>
            <a:r>
              <a:rPr lang="da-DK" dirty="0" err="1"/>
              <a:t>Happiness</a:t>
            </a:r>
            <a:r>
              <a:rPr lang="da-DK" dirty="0"/>
              <a:t> Report</a:t>
            </a:r>
          </a:p>
          <a:p>
            <a:pPr marL="0" indent="0">
              <a:buNone/>
            </a:pPr>
            <a:r>
              <a:rPr lang="da-DK" dirty="0">
                <a:hlinkClick r:id="rId4"/>
              </a:rPr>
              <a:t>https://www.kaggle.com/datasets/unsdsn/world-happiness</a:t>
            </a:r>
            <a:endParaRPr lang="da-DK" dirty="0"/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Find nogle relevante features og prøv så af finde nogle clusters og overvej hvad </a:t>
            </a:r>
            <a:r>
              <a:rPr lang="da-DK" dirty="0" err="1"/>
              <a:t>dataen</a:t>
            </a:r>
            <a:r>
              <a:rPr lang="da-DK" dirty="0"/>
              <a:t> fortæller jer og hvordan den kunne bruges.</a:t>
            </a:r>
          </a:p>
        </p:txBody>
      </p:sp>
    </p:spTree>
    <p:extLst>
      <p:ext uri="{BB962C8B-B14F-4D97-AF65-F5344CB8AC3E}">
        <p14:creationId xmlns:p14="http://schemas.microsoft.com/office/powerpoint/2010/main" val="220419087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352283-1423-675B-25C8-BB254E58B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Projekt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834723CA-362E-5BC4-E6A5-A6567FED66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3749984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b29427a-4ed3-4f0e-a3ff-ced1342f64ac}" enabled="0" method="" siteId="{1b29427a-4ed3-4f0e-a3ff-ced1342f64ac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3548</TotalTime>
  <Words>4224</Words>
  <Application>Microsoft Office PowerPoint</Application>
  <PresentationFormat>Widescreen</PresentationFormat>
  <Paragraphs>476</Paragraphs>
  <Slides>51</Slides>
  <Notes>30</Notes>
  <HiddenSlides>2</HiddenSlides>
  <MMClips>1</MMClips>
  <ScaleCrop>false</ScaleCrop>
  <HeadingPairs>
    <vt:vector size="6" baseType="variant">
      <vt:variant>
        <vt:lpstr>Benyttede skrifttyper</vt:lpstr>
      </vt:variant>
      <vt:variant>
        <vt:i4>5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51</vt:i4>
      </vt:variant>
    </vt:vector>
  </HeadingPairs>
  <TitlesOfParts>
    <vt:vector size="57" baseType="lpstr">
      <vt:lpstr>Aptos</vt:lpstr>
      <vt:lpstr>Aptos Display</vt:lpstr>
      <vt:lpstr>Arial</vt:lpstr>
      <vt:lpstr>Calibri</vt:lpstr>
      <vt:lpstr>Cambria Math</vt:lpstr>
      <vt:lpstr>Office-tema</vt:lpstr>
      <vt:lpstr>Machine Learnig</vt:lpstr>
      <vt:lpstr>Målpinde</vt:lpstr>
      <vt:lpstr>Hvad er Machine Learning</vt:lpstr>
      <vt:lpstr>Supervised Learning</vt:lpstr>
      <vt:lpstr>Unsupervised Learning</vt:lpstr>
      <vt:lpstr>Reinforcement Learning</vt:lpstr>
      <vt:lpstr>Features, targets and prediction</vt:lpstr>
      <vt:lpstr>Features - Hvilke feature hjælper mig med at finde Target (point i opgaven)</vt:lpstr>
      <vt:lpstr>Regression </vt:lpstr>
      <vt:lpstr>Gennemgang af Student Score koden</vt:lpstr>
      <vt:lpstr>Opgavetid!</vt:lpstr>
      <vt:lpstr>Train/Test Split, Model-evaluering og fitting</vt:lpstr>
      <vt:lpstr>Hvorfor dele datasættet op? Train/Test split</vt:lpstr>
      <vt:lpstr>Overfitting og Underfitting</vt:lpstr>
      <vt:lpstr>Generaliseret, Overfitted, Underfitted.</vt:lpstr>
      <vt:lpstr>Støj og Outliner</vt:lpstr>
      <vt:lpstr>Python eksempel på Train/Test split</vt:lpstr>
      <vt:lpstr>Evaluering af modellen</vt:lpstr>
      <vt:lpstr>Test modellen</vt:lpstr>
      <vt:lpstr>Opgave tid</vt:lpstr>
      <vt:lpstr>Classification</vt:lpstr>
      <vt:lpstr>Classification</vt:lpstr>
      <vt:lpstr>Forskel på Classification og Regression</vt:lpstr>
      <vt:lpstr>Iris Data sæt</vt:lpstr>
      <vt:lpstr>Stratify</vt:lpstr>
      <vt:lpstr>Evaluering af modellen</vt:lpstr>
      <vt:lpstr>Confusion Matrix</vt:lpstr>
      <vt:lpstr>Report</vt:lpstr>
      <vt:lpstr>Decision Boundary</vt:lpstr>
      <vt:lpstr>Opgave tid</vt:lpstr>
      <vt:lpstr>Dataforberedelse</vt:lpstr>
      <vt:lpstr>Manglende værdier</vt:lpstr>
      <vt:lpstr>One-Hot Encodning</vt:lpstr>
      <vt:lpstr>Opgave tid</vt:lpstr>
      <vt:lpstr>Evaluering af Modeller</vt:lpstr>
      <vt:lpstr>Decision Tree</vt:lpstr>
      <vt:lpstr>K-Nearest Neighbors (KNN)</vt:lpstr>
      <vt:lpstr>Cross Validation</vt:lpstr>
      <vt:lpstr>Learning Curve</vt:lpstr>
      <vt:lpstr>Gennem Gang af Titinicv2</vt:lpstr>
      <vt:lpstr>Opgave tid</vt:lpstr>
      <vt:lpstr>Clustering</vt:lpstr>
      <vt:lpstr>Hvorfor Clustering?</vt:lpstr>
      <vt:lpstr>Cluster vs Classification</vt:lpstr>
      <vt:lpstr>K Means Clustering</vt:lpstr>
      <vt:lpstr>Inertia &amp; Silhouette Score i K-Means</vt:lpstr>
      <vt:lpstr>PowerPoint-præsentation</vt:lpstr>
      <vt:lpstr>Scaling</vt:lpstr>
      <vt:lpstr>Eksempel med Mall Customer</vt:lpstr>
      <vt:lpstr>Opgaver</vt:lpstr>
      <vt:lpstr>Projekt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Jakob Foersom (JFO.ZBC - Timelærer Kat. II - RIAH - ZBC)</dc:creator>
  <cp:lastModifiedBy>Jakob Foersom (JFO.ZBC - Timelærer Kat. II - RIAH - ZBC)</cp:lastModifiedBy>
  <cp:revision>3</cp:revision>
  <dcterms:created xsi:type="dcterms:W3CDTF">2025-10-28T08:01:35Z</dcterms:created>
  <dcterms:modified xsi:type="dcterms:W3CDTF">2025-11-13T08:29:27Z</dcterms:modified>
</cp:coreProperties>
</file>